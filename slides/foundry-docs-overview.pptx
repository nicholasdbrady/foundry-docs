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</c:v>
                  </c:pt>
                  <c:pt idx="1">
                    <c:v>Overview</c:v>
                  </c:pt>
                  <c:pt idx="2">
                    <c:v>Get Started</c:v>
                  </c:pt>
                  <c:pt idx="3">
                    <c:v>Best Practices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Guardrails</c:v>
                  </c:pt>
                  <c:pt idx="9">
                    <c:v>API &amp; SDK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8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15</c:v>
                </c:pt>
                <c:pt idx="9">
                  <c:v>17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60</c:v>
                </c:pt>
                <c:pt idx="14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docs  ·  23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280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History &amp; Impact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47472" y="84124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77824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 PRs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2523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agentic · 2 human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3552" y="84124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877824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383280" y="1371600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Files (agents)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1572768"/>
            <a:ext cx="2523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present in canonical docs/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99632" y="84124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877824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6309360" y="1371600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Pages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1572768"/>
            <a:ext cx="2523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485 in upstream docs/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7472" y="19019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" y="2286000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" y="2560320"/>
            <a:ext cx="36576" cy="493776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2768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1  #23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40280" y="2276856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Unbloat: cloud-evaluation.mdx — −7% words, −34.5% bullets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7472" y="2779776"/>
            <a:ext cx="274320" cy="274320"/>
          </a:xfrm>
          <a:prstGeom prst="ellipse">
            <a:avLst/>
          </a:prstGeom>
          <a:solidFill>
            <a:srgbClr val="B8DADD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" y="3054096"/>
            <a:ext cx="36576" cy="493776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706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2  #28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40280" y="27706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created from zero — 35 terms, 16 sections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" y="3273552"/>
            <a:ext cx="274320" cy="274320"/>
          </a:xfrm>
          <a:prstGeom prst="ellipse">
            <a:avLst/>
          </a:prstGeom>
          <a:solidFill>
            <a:srgbClr val="B8DADD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547872"/>
            <a:ext cx="36576" cy="493776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2644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~  #46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240280" y="326440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reflow to product-pillar structure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7472" y="3767328"/>
            <a:ext cx="274320" cy="274320"/>
          </a:xfrm>
          <a:prstGeom prst="ellipse">
            <a:avLst/>
          </a:prstGeom>
          <a:solidFill>
            <a:srgbClr val="B8DADD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" y="4041648"/>
            <a:ext cx="36576" cy="493776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7581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Mar–Apr  #95–96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240280" y="3758184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Noob-tester fixes &amp; continued unbloat passes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" y="4261104"/>
            <a:ext cx="274320" cy="274320"/>
          </a:xfrm>
          <a:prstGeom prst="ellipse">
            <a:avLst/>
          </a:prstGeom>
          <a:solidFill>
            <a:srgbClr val="B8DADD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2519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May 28  #378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240280" y="4251960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missing docs-vnext files added from upstream sync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989320" y="1901952"/>
            <a:ext cx="2788920" cy="2523744"/>
          </a:xfrm>
          <a:prstGeom prst="roundRect">
            <a:avLst>
              <a:gd name="adj" fmla="val 3623"/>
            </a:avLst>
          </a:prstGeom>
          <a:solidFill>
            <a:srgbClr val="028090">
              <a:alpha val="12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0" y="2011680"/>
            <a:ext cx="251460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 of merged docs-vnext PRs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authored by github-actions[bot]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handle: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Content quality (unbloat)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Coverage gaps (sync fills)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Glossary maintenance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Noob-test fixes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Navigation rewrites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5029200" cy="5029200"/>
          </a:xfrm>
          <a:prstGeom prst="ellipse">
            <a:avLst/>
          </a:prstGeom>
          <a:solidFill>
            <a:srgbClr val="028090">
              <a:alpha val="18000"/>
            </a:srgbClr>
          </a:solidFill>
          <a:ln w="12700">
            <a:solidFill>
              <a:srgbClr val="028090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0116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47472" y="8229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1 — Upstream Sync Pipeline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47472" y="1152144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20700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1207008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Monitor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0624" y="1572768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commit 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MicrosoftDocs/azure-ai-docs-pr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304288" y="15910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23744" y="1152144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1207008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80944" y="1207008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Issue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2596896" y="1572768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upstream change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diff summary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480560" y="15910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700016" y="1152144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207008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157216" y="1207008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sync-and-convert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4773168" y="1572768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+ converts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→ MDX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656832" y="15910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876288" y="1152144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207008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33488" y="1207008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Post-Sync Updater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6949440" y="1572768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changes,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docs-vnext PR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347472" y="24231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2 — SDK Release Detection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347472" y="2743200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2798064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04672" y="279806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Monitor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420624" y="3163824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4 SDK repos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12 hours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2304288" y="31821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2523744" y="2743200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6896" y="2798064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2980944" y="279806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Detects Release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2596896" y="3163824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azure-ai-projects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2.0.0-beta.2 found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4480560" y="31821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4700016" y="2743200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3168" y="2798064"/>
            <a:ext cx="347472" cy="34747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157216" y="279806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Issue #53</a:t>
            </a:r>
            <a:endParaRPr lang="en-US" sz="950" dirty="0"/>
          </a:p>
        </p:txBody>
      </p:sp>
      <p:sp>
        <p:nvSpPr>
          <p:cNvPr id="39" name="Text 30"/>
          <p:cNvSpPr/>
          <p:nvPr/>
        </p:nvSpPr>
        <p:spPr>
          <a:xfrm>
            <a:off x="4773168" y="3163824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+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impact assessment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6656832" y="31821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6876288" y="2743200"/>
            <a:ext cx="1920240" cy="1078992"/>
          </a:xfrm>
          <a:prstGeom prst="roundRect">
            <a:avLst>
              <a:gd name="adj" fmla="val 5932"/>
            </a:avLst>
          </a:prstGeom>
          <a:solidFill>
            <a:srgbClr val="022C33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9440" y="2798064"/>
            <a:ext cx="347472" cy="34747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333488" y="279806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label-ops trigger</a:t>
            </a:r>
            <a:endParaRPr lang="en-US" sz="950" dirty="0"/>
          </a:p>
        </p:txBody>
      </p:sp>
      <p:sp>
        <p:nvSpPr>
          <p:cNvPr id="44" name="Text 34"/>
          <p:cNvSpPr/>
          <p:nvPr/>
        </p:nvSpPr>
        <p:spPr>
          <a:xfrm>
            <a:off x="6949440" y="3163824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sdk-update label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docs fix agent</a:t>
            </a:r>
            <a:endParaRPr lang="en-US" sz="900" dirty="0"/>
          </a:p>
        </p:txBody>
      </p:sp>
      <p:sp>
        <p:nvSpPr>
          <p:cNvPr id="45" name="Shape 3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event-driven — no human intervention required from signal to PR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804672"/>
            <a:ext cx="4133088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778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(A) Glossary Creation from Zero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612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#28 · Merged Mar 2, 2026 · Glossary Maintainer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3822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scanned recent commits, inferred terminology, and created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docs-vnext/glossary.mdx with 35 terms across 16 alphabetical sections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single workflow run — starting from no existing glossary.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span: Core Foundry, MCP Ecosystem, Search &amp; Retrieval,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Tools, Evaluation, Developer Tooling, Documentation.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804672"/>
            <a:ext cx="4133088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877824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(B) Unbloat: cloud-evaluation.mdx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818888" y="1161288"/>
            <a:ext cx="3822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 · Merged Mar 2, 2026 · Documentation Unbloat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818888" y="1389888"/>
            <a:ext cx="3822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removed duplicate paragraphs, 4 identical 'Before you begin'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callouts, trivial tips, and redundant sentences; converted verbose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lists to prose and tables.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913 → 884 lines (−3%), 3,412 → 3,180 words (−7%),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points: 29 → 19 (−34.5% ✅)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" y="29809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 Metrics — PR #23 (Unbloat)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7472" y="332841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 3412 → 3180  (−7%)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7472" y="3584448"/>
            <a:ext cx="4114800" cy="219456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" y="3584448"/>
            <a:ext cx="3840480" cy="21945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40233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  29 → 19  (−34.5%)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47472" y="4279392"/>
            <a:ext cx="4114800" cy="219456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472" y="4279392"/>
            <a:ext cx="2651760" cy="21945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80944"/>
            <a:ext cx="4133088" cy="1828800"/>
          </a:xfrm>
          <a:prstGeom prst="roundRect">
            <a:avLst>
              <a:gd name="adj" fmla="val 5000"/>
            </a:avLst>
          </a:prstGeom>
          <a:solidFill>
            <a:srgbClr val="00A896">
              <a:alpha val="1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3090672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#28 at a glance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18888" y="3401568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2 files changed (glossary.mdx + docs.json)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18888" y="3675888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 194 additions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18888" y="3950208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Labels: documentation · docs-vnext · glossary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18888" y="4224528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Author: github-actions[bot]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18888" y="4498848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Merged by: nicholasdbrady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evaluations · 4 servers · 1 frontier model · 2026-05-31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572768"/>
        </p:xfrm>
        <a:graphic>
          <a:graphicData uri="http://schemas.openxmlformats.org/drawingml/2006/table">
            <a:tbl>
              <a:tblPr/>
              <a:tblGrid>
                <a:gridCol w="3419856"/>
                <a:gridCol w="914400"/>
                <a:gridCol w="832104"/>
              </a:tblGrid>
              <a:tr h="3145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145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FastMCP docs/ (Control C)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145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(Control A)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145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FastMCP docs-vnext/ (Treat.)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145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(Control B)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285292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236976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282696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28269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291840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(0.949) vs docs/ (0.965), δ=−0.016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6301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6758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6758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6850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(0.949) vs Mintlify (0.939), δ=+0.010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0233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0690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0690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0782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(0.949) vs MS Learn (0.955), δ=−0.006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4165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4622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4622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8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SUPPORTED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4714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consistent across both models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28499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0.973 —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84818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0.913 —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infrastructure-security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528499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0.973 —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observability-eval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2154326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 ▲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observability-evaluation (0.940 vs 0.925) — area most improved by Mintlify MDX structure and agentic unbloat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 Agentic PRs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by github-actions[bot]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2026-06-01T11:05:34Z</dcterms:created>
  <dcterms:modified xsi:type="dcterms:W3CDTF">2026-06-01T11:05:34Z</dcterms:modified>
</cp:coreProperties>
</file>