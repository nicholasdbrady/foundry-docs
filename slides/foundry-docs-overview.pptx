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What Is Microsoft Foundry</c:v>
                  </c:pt>
                  <c:pt idx="1">
                    <c:v>Reference</c:v>
                  </c:pt>
                  <c:pt idx="2">
                    <c:v>Overview</c:v>
                  </c:pt>
                  <c:pt idx="3">
                    <c:v>Get Started</c:v>
                  </c:pt>
                  <c:pt idx="4">
                    <c:v>Best Practices</c:v>
                  </c:pt>
                  <c:pt idx="5">
                    <c:v>Operate</c:v>
                  </c:pt>
                  <c:pt idx="6">
                    <c:v>Responsible Ai</c:v>
                  </c:pt>
                  <c:pt idx="7">
                    <c:v>Manage</c:v>
                  </c:pt>
                  <c:pt idx="8">
                    <c:v>Api Sdk</c:v>
                  </c:pt>
                  <c:pt idx="9">
                    <c:v>Guardrails</c:v>
                  </c:pt>
                  <c:pt idx="10">
                    <c:v>Developer Experience</c:v>
                  </c:pt>
                  <c:pt idx="11">
                    <c:v>Setup</c:v>
                  </c:pt>
                  <c:pt idx="12">
                    <c:v>Security</c:v>
                  </c:pt>
                  <c:pt idx="13">
                    <c:v>Observability</c:v>
                  </c:pt>
                  <c:pt idx="14">
                    <c:v>Agents</c:v>
                  </c:pt>
                  <c:pt idx="15">
                    <c:v>Models</c:v>
                  </c:pt>
                  <c:pt idx="16">
                    <c:v>Agent Service</c:v>
                  </c:pt>
                  <c:pt idx="17">
                    <c:v>Foundry Models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>7</c:v>
                </c:pt>
                <c:pt idx="4">
                  <c:v>7</c:v>
                </c:pt>
                <c:pt idx="5">
                  <c:v>8</c:v>
                </c:pt>
                <c:pt idx="6">
                  <c:v>10</c:v>
                </c:pt>
                <c:pt idx="7">
                  <c:v>10</c:v>
                </c:pt>
                <c:pt idx="8">
                  <c:v>17</c:v>
                </c:pt>
                <c:pt idx="9">
                  <c:v>19</c:v>
                </c:pt>
                <c:pt idx="10">
                  <c:v>21</c:v>
                </c:pt>
                <c:pt idx="11">
                  <c:v>22</c:v>
                </c:pt>
                <c:pt idx="12">
                  <c:v>24</c:v>
                </c:pt>
                <c:pt idx="13">
                  <c:v>31</c:v>
                </c:pt>
                <c:pt idx="14">
                  <c:v>63</c:v>
                </c:pt>
                <c:pt idx="15">
                  <c:v>75</c:v>
                </c:pt>
                <c:pt idx="16">
                  <c:v>95</c:v>
                </c:pt>
                <c:pt idx="17">
                  <c:v>112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 docs  ·  29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526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526 Pages Across 18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Testing &amp; Review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tests, search quality,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audits, PR and merge checks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Updater, sync,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fixes, catalog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Slash Commands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operations from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and pull requests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Discussions, Reddit signals,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automated 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  Total Fleet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Post-consolidation workflow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in the repository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 History &amp; Impact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snapshot 2026-09-14 · repository metrics calculated at build time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1965960" cy="1051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35331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393192" y="19019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docs-vnext PRs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14600" y="1261872"/>
            <a:ext cx="1965960" cy="10515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35331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587752" y="19019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Agent-created merges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261872"/>
            <a:ext cx="1965960" cy="10515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35331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782312" y="19019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Human-created merges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03720" y="1261872"/>
            <a:ext cx="1965960" cy="105156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03720" y="135331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976872" y="19019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Filename additions vs docs/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5760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arc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337560"/>
            <a:ext cx="7772400" cy="0"/>
          </a:xfrm>
          <a:prstGeom prst="line">
            <a:avLst/>
          </a:prstGeom>
          <a:noFill/>
          <a:ln w="381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1288" y="3182112"/>
            <a:ext cx="310896" cy="31089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8529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3611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Unbloat PR #23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2920" y="39593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evaluation simplified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10128" y="3182112"/>
            <a:ext cx="310896" cy="31089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51760" y="28529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651760" y="3611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Glossary PR #28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51760" y="39593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terms created from zero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58968" y="3182112"/>
            <a:ext cx="310896" cy="31089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28529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0600" y="3611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 issues #53/#54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800600" y="39593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+ upstream chains proven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607808" y="3182112"/>
            <a:ext cx="310896" cy="310896"/>
          </a:xfrm>
          <a:prstGeom prst="ellipse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0" y="28529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49440" y="3611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526 pages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949440" y="39593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top-level sections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evidence: SDK release issue #53 and upstream-sync issue #54 were both created, assessed, and closed.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918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Agentic Chain in Action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upstream commit becomes an assessed documentation action without manual routing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481328"/>
            <a:ext cx="1938528" cy="20299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78408" y="1664208"/>
            <a:ext cx="621792" cy="6217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7739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" y="2450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 Docs Monitor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288036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MicrosoftDocs commit 34b7019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(blocklist instruction update)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2276856" y="2487168"/>
            <a:ext cx="22860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32888" y="1481328"/>
            <a:ext cx="1938528" cy="2029968"/>
          </a:xfrm>
          <a:prstGeom prst="rect">
            <a:avLst/>
          </a:prstGeom>
          <a:solidFill>
            <a:srgbClr val="025E6A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91256" y="1664208"/>
            <a:ext cx="621792" cy="6217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91256" y="17739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42616" y="2450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 #54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42616" y="288036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1 changed commit and impact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22709537548 · succeeded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489704" y="2487168"/>
            <a:ext cx="22860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45736" y="1481328"/>
            <a:ext cx="1938528" cy="20299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04104" y="1664208"/>
            <a:ext cx="621792" cy="6217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04104" y="17739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855464" y="2450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sync-and-convert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55464" y="288036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Dispatched extraction + MDX conversion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sync requested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702552" y="2487168"/>
            <a:ext cx="22860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58584" y="1481328"/>
            <a:ext cx="1938528" cy="2029968"/>
          </a:xfrm>
          <a:prstGeom prst="rect">
            <a:avLst/>
          </a:prstGeom>
          <a:solidFill>
            <a:srgbClr val="025E6A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616952" y="1664208"/>
            <a:ext cx="621792" cy="6217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16952" y="17739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68312" y="2450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Post-Sync Updater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68312" y="288036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resulting delta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docs-vnext PR or noops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20040" y="3794760"/>
            <a:ext cx="8503920" cy="80467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9867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Parallel SDK chain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965960" y="3950208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Release Monitor → Java 2.0.0-beta.2 → Issue #53 → breaking-change assessment (Index rename, flags removed, DayOfWeek import change)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4736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durations are not exposed by the available read interface; outcomes and run IDs are cited instead.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Content Improvements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4178808" cy="35478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21208" y="1389888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#28 · GLOSSARY MAINTAINER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21208" y="1755648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zero to a usable glossary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21208" y="2432304"/>
            <a:ext cx="3776472" cy="475488"/>
          </a:xfrm>
          <a:prstGeom prst="rect">
            <a:avLst/>
          </a:prstGeom>
          <a:solidFill>
            <a:srgbClr val="02C39A">
              <a:alpha val="92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542032"/>
            <a:ext cx="3630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 terms · 16 alphabetical sections · 1 run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21208" y="3154680"/>
            <a:ext cx="3776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no docs-vnext glossary or Reference navigation group.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1208" y="3822192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generated glossary, navigation wiring, and terminology coverage. Current glossary has 14 top-level term groups after later restructuring.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45152" y="1143000"/>
            <a:ext cx="4178808" cy="35478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1389888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#23 · DOCUMENTATION UNBLOAT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846320" y="1755648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evaluation, less repetition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46320" y="2432304"/>
            <a:ext cx="3776472" cy="475488"/>
          </a:xfrm>
          <a:prstGeom prst="rect">
            <a:avLst/>
          </a:prstGeom>
          <a:solidFill>
            <a:srgbClr val="02C39A">
              <a:alpha val="92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19472" y="2542032"/>
            <a:ext cx="3630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3,412 → 3,180 words · bullets −34.5%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3154680"/>
            <a:ext cx="3776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duplicate intro text, four repetitive prerequisite tips, verbose lists, and a trivial tip.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3822192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one reference table, direct prose, and retained technical content. Net change: +10/−39 lines.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readable snapshot · 300 evaluations · 4 servers · 3 frontier models · 2026-03-05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1645920"/>
                <a:gridCol w="886968"/>
                <a:gridCol w="886968"/>
                <a:gridCol w="886968"/>
                <a:gridCol w="859536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claude-opus-4.6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gemini-3-pro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gpt-5.3-codex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(baseline)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(0.906) vs docs/ (0.904), δ=+0.002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(0.908), δ=−0.002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(0.908), δ=−0.002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MIXED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vary: gpt-5.3 ranks docs-vnext 2nd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2505822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0.971 ▲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553383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0.887 ▲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006925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0.927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58960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 —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23369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agent-development (0.971) and getting-started (0.887) — areas benefiting most from Mintlify MDX enhancements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526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top-level sections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post-consolidation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agent entry points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142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Filename Additions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vs canonical docs/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PR Merges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14 docs-vnext merges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0.906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 Average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readable 4×3 snapshot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observability coverage — the latest readable evaluation remains weakest in this category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agentic PR merge rate while preserving reviewer and post-merge quality gates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evaluation scenarios across new Foundry capabilities, SDK changes, and operational journeys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category-level scores over time so content changes connect to measurable retrieval outcomes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durable workflow-duration telemetry for end-to-end chain performance reporting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 from community signals to documented fixes and validated reader outcomes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2026-09-14T15:58:09Z</dcterms:created>
  <dcterms:modified xsi:type="dcterms:W3CDTF">2026-09-14T15:58:09Z</dcterms:modified>
</cp:coreProperties>
</file>