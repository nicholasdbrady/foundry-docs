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Best Practices</c:v>
                  </c:pt>
                  <c:pt idx="3">
                    <c:v>Get Started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6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280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docs-vnext: History &amp; Impact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3484" y="1426464"/>
            <a:ext cx="0" cy="585216"/>
          </a:xfrm>
          <a:prstGeom prst="line">
            <a:avLst/>
          </a:prstGeom>
          <a:noFill/>
          <a:ln w="19050">
            <a:solidFill>
              <a:srgbClr val="B8DA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97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Feb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launch — first agentic workflows wired up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011680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3484" y="2267712"/>
            <a:ext cx="0" cy="585216"/>
          </a:xfrm>
          <a:prstGeom prst="line">
            <a:avLst/>
          </a:prstGeom>
          <a:noFill/>
          <a:ln w="19050">
            <a:solidFill>
              <a:srgbClr val="B8DA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38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 2026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2212848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 unbloat + PR #28 glossary (35 terms) — first agentic content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852928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" y="3108960"/>
            <a:ext cx="0" cy="585216"/>
          </a:xfrm>
          <a:prstGeom prst="line">
            <a:avLst/>
          </a:prstGeom>
          <a:noFill/>
          <a:ln w="19050">
            <a:solidFill>
              <a:srgbClr val="B8DA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7797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May 2026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3054096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sync (PR #279) — full docs/ ↔ docs-vnext alignment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3694176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6210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Jun 2026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89534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280-page expansion — 15 upstream sync events auto-propagated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66360" y="1097280"/>
            <a:ext cx="1920240" cy="1554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0952" y="1261872"/>
            <a:ext cx="347472" cy="34747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788152" y="117043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38+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5257800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 PRs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257800" y="23317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agents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342632" y="1097280"/>
            <a:ext cx="1920240" cy="155448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4" y="1261872"/>
            <a:ext cx="347472" cy="34747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964424" y="117043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15+</a:t>
            </a:r>
            <a:endParaRPr lang="en-US" sz="3600" dirty="0"/>
          </a:p>
        </p:txBody>
      </p:sp>
      <p:sp>
        <p:nvSpPr>
          <p:cNvPr id="27" name="Text 23"/>
          <p:cNvSpPr/>
          <p:nvPr/>
        </p:nvSpPr>
        <p:spPr>
          <a:xfrm>
            <a:off x="7434072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Events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7434072" y="23317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&amp; propagated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166360" y="2852928"/>
            <a:ext cx="1920240" cy="15544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3017520"/>
            <a:ext cx="347472" cy="34747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788152" y="292608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600" dirty="0"/>
          </a:p>
        </p:txBody>
      </p:sp>
      <p:sp>
        <p:nvSpPr>
          <p:cNvPr id="32" name="Text 27"/>
          <p:cNvSpPr/>
          <p:nvPr/>
        </p:nvSpPr>
        <p:spPr>
          <a:xfrm>
            <a:off x="5257800" y="38130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Alerts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5257800" y="40873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notifications sent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342632" y="2852928"/>
            <a:ext cx="1920240" cy="15544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3017520"/>
            <a:ext cx="347472" cy="347472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964424" y="2926080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3600" dirty="0"/>
          </a:p>
        </p:txBody>
      </p:sp>
      <p:sp>
        <p:nvSpPr>
          <p:cNvPr id="37" name="Text 31"/>
          <p:cNvSpPr/>
          <p:nvPr/>
        </p:nvSpPr>
        <p:spPr>
          <a:xfrm>
            <a:off x="7434072" y="38130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 Pages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7434072" y="40873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 docs-vnext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5166360" y="4370832"/>
            <a:ext cx="3803904" cy="475488"/>
          </a:xfrm>
          <a:prstGeom prst="rect">
            <a:avLst/>
          </a:prstGeom>
          <a:solidFill>
            <a:srgbClr val="028090">
              <a:alpha val="15000"/>
            </a:srgbClr>
          </a:solidFill>
          <a:ln w="6350">
            <a:solidFill>
              <a:srgbClr val="B8DADD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5193792" y="44256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 pages shared with docs/  ·  280 total in docs-vnext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1  ·  Upstream Docs Monitor → Issue → Sync → PR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" y="1325880"/>
            <a:ext cx="1536192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41732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02336" y="1764792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 detected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02336" y="219456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3707cad1 Jun 26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911096" y="1920240"/>
            <a:ext cx="18288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30552" y="1325880"/>
            <a:ext cx="1536192" cy="11887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344" y="141732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85416" y="1764792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#454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185416" y="219456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upstream-sync label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4176" y="1920240"/>
            <a:ext cx="18288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913632" y="1325880"/>
            <a:ext cx="1536192" cy="1188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141732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968496" y="1764792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sync-and-convert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dispatched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3968496" y="219456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#28211218103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5477256" y="1920240"/>
            <a:ext cx="18288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696712" y="1325880"/>
            <a:ext cx="1536192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1417320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751576" y="1764792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post-sync-updater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analyzes diff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5751576" y="219456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MDX delta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7260336" y="1920240"/>
            <a:ext cx="18288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79792" y="1325880"/>
            <a:ext cx="1536192" cy="11887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1417320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534656" y="1764792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PR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 noop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7534656" y="219456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Issue #454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365760" y="26700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2  ·  SDK Release Monitor → Issue → Docs Impact Assessment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347472" y="3035808"/>
            <a:ext cx="1536192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3127248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02336" y="34747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 2.2.0 released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 2.1.0-beta.3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402336" y="390448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29, 2026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1975104" y="3630168"/>
            <a:ext cx="384048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2414016" y="3035808"/>
            <a:ext cx="1536192" cy="11887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5808" y="3127248"/>
            <a:ext cx="292608" cy="29260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2468880" y="34747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#387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000" dirty="0"/>
          </a:p>
        </p:txBody>
      </p:sp>
      <p:sp>
        <p:nvSpPr>
          <p:cNvPr id="38" name="Text 29"/>
          <p:cNvSpPr/>
          <p:nvPr/>
        </p:nvSpPr>
        <p:spPr>
          <a:xfrm>
            <a:off x="2468880" y="390448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sdk-release label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4041648" y="3630168"/>
            <a:ext cx="384048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480560" y="3035808"/>
            <a:ext cx="1536192" cy="1188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02352" y="3127248"/>
            <a:ext cx="292608" cy="29260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4535424" y="34747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Breaking changes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assessed</a:t>
            </a:r>
            <a:endParaRPr lang="en-US" sz="1000" dirty="0"/>
          </a:p>
        </p:txBody>
      </p:sp>
      <p:sp>
        <p:nvSpPr>
          <p:cNvPr id="43" name="Text 33"/>
          <p:cNvSpPr/>
          <p:nvPr/>
        </p:nvSpPr>
        <p:spPr>
          <a:xfrm>
            <a:off x="4535424" y="390448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SDKs updated</a:t>
            </a:r>
            <a:endParaRPr lang="en-US" sz="850" dirty="0"/>
          </a:p>
        </p:txBody>
      </p:sp>
      <p:sp>
        <p:nvSpPr>
          <p:cNvPr id="44" name="Shape 34"/>
          <p:cNvSpPr/>
          <p:nvPr/>
        </p:nvSpPr>
        <p:spPr>
          <a:xfrm>
            <a:off x="6108192" y="3630168"/>
            <a:ext cx="384048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47104" y="3035808"/>
            <a:ext cx="1536192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8896" y="3127248"/>
            <a:ext cx="292608" cy="292608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601968" y="3474720"/>
            <a:ext cx="1426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 impact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written</a:t>
            </a:r>
            <a:endParaRPr lang="en-US" sz="1000" dirty="0"/>
          </a:p>
        </p:txBody>
      </p:sp>
      <p:sp>
        <p:nvSpPr>
          <p:cNvPr id="48" name="Text 37"/>
          <p:cNvSpPr/>
          <p:nvPr/>
        </p:nvSpPr>
        <p:spPr>
          <a:xfrm>
            <a:off x="6601968" y="390448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code-snippet delta</a:t>
            </a:r>
            <a:endParaRPr lang="en-US" sz="850" dirty="0"/>
          </a:p>
        </p:txBody>
      </p:sp>
      <p:sp>
        <p:nvSpPr>
          <p:cNvPr id="49" name="Shape 3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chains are fully automated — humans review PRs and issues but do not trigger or orchestrate the pipelines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3977640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15568"/>
            <a:ext cx="397764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#28 — Glossary Creation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38912" y="1901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March 2, 2026  ·  glossary-maintainer  ·  +194 lines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38912" y="2240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Created docs-vnext/glossary.mdx from zero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38912" y="25694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35 terms across 16 alphabetical sections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38912" y="28986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Core Foundry, MCP Ecosystem, Search &amp; Retrieval,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38912" y="3227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Tools, Evaluation, Developer Tooling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38912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Scanned 5 key commits to derive terminology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38912" y="3886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Also added Reference nav group to docs.json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4224528"/>
            <a:ext cx="114300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24281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  Terms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1755648" y="4224528"/>
            <a:ext cx="114300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55648" y="424281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  Sections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054096" y="4224528"/>
            <a:ext cx="114300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054096" y="424281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0→1  Files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1115568"/>
            <a:ext cx="4251960" cy="35661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0" y="1115568"/>
            <a:ext cx="425196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280160"/>
            <a:ext cx="475488" cy="47548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349240" y="126187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#23 — Unbloat cloud-evaluation.mdx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4663440" y="19019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March 1, 2026  ·  unbloat-docs  ·  −39 lines, +10 lines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4663440" y="2231136"/>
            <a:ext cx="406908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09160" y="226771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Bloat Type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6080760" y="226771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Detail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4663440" y="2542032"/>
            <a:ext cx="4069080" cy="274320"/>
          </a:xfrm>
          <a:prstGeom prst="rect">
            <a:avLst/>
          </a:prstGeom>
          <a:solidFill>
            <a:srgbClr val="01363D"/>
          </a:solidFill>
          <a:ln w="3810">
            <a:solidFill>
              <a:srgbClr val="025E6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09160" y="25786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paragraph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6080760" y="2578608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evaluator support info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663440" y="2852928"/>
            <a:ext cx="4069080" cy="274320"/>
          </a:xfrm>
          <a:prstGeom prst="rect">
            <a:avLst/>
          </a:prstGeom>
          <a:solidFill>
            <a:srgbClr val="022C33"/>
          </a:solidFill>
          <a:ln w="3810">
            <a:solidFill>
              <a:srgbClr val="025E6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709160" y="28895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identical Tips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6080760" y="28895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begin" in each section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4663440" y="3163824"/>
            <a:ext cx="4069080" cy="274320"/>
          </a:xfrm>
          <a:prstGeom prst="rect">
            <a:avLst/>
          </a:prstGeom>
          <a:solidFill>
            <a:srgbClr val="01363D"/>
          </a:solidFill>
          <a:ln w="3810">
            <a:solidFill>
              <a:srgbClr val="025E6A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709160" y="3200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tip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6080760" y="32004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add another eval run, use same code"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4663440" y="3474720"/>
            <a:ext cx="4069080" cy="274320"/>
          </a:xfrm>
          <a:prstGeom prst="rect">
            <a:avLst/>
          </a:prstGeom>
          <a:solidFill>
            <a:srgbClr val="022C33"/>
          </a:solidFill>
          <a:ln w="3810">
            <a:solidFill>
              <a:srgbClr val="025E6A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709160" y="351129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bullets → table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6080760" y="35112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5-bullet Interpret results → ref table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4663440" y="3785616"/>
            <a:ext cx="4069080" cy="274320"/>
          </a:xfrm>
          <a:prstGeom prst="rect">
            <a:avLst/>
          </a:prstGeom>
          <a:solidFill>
            <a:srgbClr val="01363D"/>
          </a:solidFill>
          <a:ln w="3810">
            <a:solidFill>
              <a:srgbClr val="025E6A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709160" y="38221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lists → prose</a:t>
            </a:r>
            <a:endParaRPr lang="en-US" sz="850" dirty="0"/>
          </a:p>
        </p:txBody>
      </p:sp>
      <p:sp>
        <p:nvSpPr>
          <p:cNvPr id="43" name="Text 39"/>
          <p:cNvSpPr/>
          <p:nvPr/>
        </p:nvSpPr>
        <p:spPr>
          <a:xfrm>
            <a:off x="6080760" y="382219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Rate limit error sections condensed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4663440" y="4224528"/>
            <a:ext cx="1298448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700016" y="425196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913→884  −3%  Lines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6053328" y="4224528"/>
            <a:ext cx="1298448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089904" y="425196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3,412→3,180  −7%  Words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7443216" y="4224528"/>
            <a:ext cx="1298448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7479792" y="425196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29→19  −34%  Bullets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evaluations · 4 servers · 2 frontier models · 2026-06-28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34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(Control C)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(A)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(B)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267712" y="3456432"/>
            <a:ext cx="3154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(0.889) vs docs/ (0.907), δ=−0.018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➖ NO DIFFERENCE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267712" y="3849624"/>
            <a:ext cx="3154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(0.889) vs Mintlify (0.889), δ=0.000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267712" y="4242816"/>
            <a:ext cx="3154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(0.889) vs MS Learn (0.900), δ=−0.011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SUPPORTED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267712" y="4636008"/>
            <a:ext cx="3154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consistent across both models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147401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873069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0.827 ▼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infrastructure-security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184818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0.913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observability-evaluation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147401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▲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▼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observability-evaluation (0.880 vs 0.853) — opportunity to improve getting-started coverage (0.827 vs 0.913)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getting-started coverage — eval weak spot (0.827 vs 0.913 for docs/)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2026-06-29T10:57:38Z</dcterms:created>
  <dcterms:modified xsi:type="dcterms:W3CDTF">2026-06-29T10:57:38Z</dcterms:modified>
</cp:coreProperties>
</file>