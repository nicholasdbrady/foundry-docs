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Other sections</c:v>
                  </c:pt>
                  <c:pt idx="1">
                    <c:v>Responsible AI</c:v>
                  </c:pt>
                  <c:pt idx="2">
                    <c:v>Manage</c:v>
                  </c:pt>
                  <c:pt idx="3">
                    <c:v>API &amp; SDK</c:v>
                  </c:pt>
                  <c:pt idx="4">
                    <c:v>Guardrails</c:v>
                  </c:pt>
                  <c:pt idx="5">
                    <c:v>Developer Experience</c:v>
                  </c:pt>
                  <c:pt idx="6">
                    <c:v>Setup</c:v>
                  </c:pt>
                  <c:pt idx="7">
                    <c:v>Security</c:v>
                  </c:pt>
                  <c:pt idx="8">
                    <c:v>Observability</c:v>
                  </c:pt>
                  <c:pt idx="9">
                    <c:v>Agents</c:v>
                  </c:pt>
                  <c:pt idx="10">
                    <c:v>Models</c:v>
                  </c:pt>
                  <c:pt idx="11">
                    <c:v>Agent Service</c:v>
                  </c:pt>
                  <c:pt idx="12">
                    <c:v>Foundry Models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27</c:v>
                </c:pt>
                <c:pt idx="1">
                  <c:v>10</c:v>
                </c:pt>
                <c:pt idx="2">
                  <c:v>10</c:v>
                </c:pt>
                <c:pt idx="3">
                  <c:v>17</c:v>
                </c:pt>
                <c:pt idx="4">
                  <c:v>19</c:v>
                </c:pt>
                <c:pt idx="5">
                  <c:v>21</c:v>
                </c:pt>
                <c:pt idx="6">
                  <c:v>22</c:v>
                </c:pt>
                <c:pt idx="7">
                  <c:v>24</c:v>
                </c:pt>
                <c:pt idx="8">
                  <c:v>31</c:v>
                </c:pt>
                <c:pt idx="9">
                  <c:v>63</c:v>
                </c:pt>
                <c:pt idx="10">
                  <c:v>75</c:v>
                </c:pt>
                <c:pt idx="11">
                  <c:v>95</c:v>
                </c:pt>
                <c:pt idx="12">
                  <c:v>112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526 docs  ·  29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526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526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526 Pages Across 18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diffs, dependencies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Updates, unbloat, glossary,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catalog, synchronization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verification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signals,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issue routing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lifecycle, reporting,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shared operations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dependabot-docs-check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glossary-maintainer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viewport sizes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 History &amp; Impact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experimental corpus to an agent-maintained documentation surface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514600" cy="10789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12064" y="148132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325880" y="147218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 docs-vnext PRs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325880" y="190195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agentic · 2 human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18688" y="1371600"/>
            <a:ext cx="2514600" cy="107899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64992" y="148132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278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178808" y="147218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vnext-only filenames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78808" y="190195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 filenames shared with docs/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71616" y="1371600"/>
            <a:ext cx="2514600" cy="10789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148132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526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7031736" y="147218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 MDX pages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031736" y="190195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top-level sections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5800" y="3246120"/>
            <a:ext cx="7772400" cy="0"/>
          </a:xfrm>
          <a:prstGeom prst="line">
            <a:avLst/>
          </a:prstGeom>
          <a:noFill/>
          <a:ln w="38100">
            <a:solidFill>
              <a:srgbClr val="00A8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3099816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267919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35204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content begins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4320" y="3886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#23 removes evaluation-page bloat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679192" y="3099816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96312" y="267919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59152" y="35204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Glossary from zero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59152" y="3886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#28 adds 35 terms and navigation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64024" y="3099816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1144" y="267919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443984" y="35204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Navigation reflow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443984" y="3886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#46 adopts product-pillar structure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48856" y="3099816"/>
            <a:ext cx="292608" cy="29260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65976" y="267919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Jul 28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28816" y="35204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 harness matures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28816" y="3886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#625: 200 evaluations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65760" y="466344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signals include upstream-doc detections, SDK release alerts, noob tests, and community monitoring.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Agentic Chain in Action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93268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evidence: upstream issue #54 and SDK release issue #53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481328"/>
            <a:ext cx="1874520" cy="1508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645920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2194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docs-upstream-monitor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29768" y="254203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12h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azure-ai-docs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221992" y="2231136"/>
            <a:ext cx="274320" cy="0"/>
          </a:xfrm>
          <a:prstGeom prst="line">
            <a:avLst/>
          </a:prstGeom>
          <a:noFill/>
          <a:ln w="25400">
            <a:solidFill>
              <a:srgbClr val="01363D"/>
            </a:solidFill>
            <a:prstDash val="solid"/>
            <a:headEnd type="none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42032" y="1481328"/>
            <a:ext cx="1874520" cy="15087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5264" y="1645920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33472" y="2194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 #54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2651760" y="254203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upstream commit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 update detected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443984" y="2231136"/>
            <a:ext cx="274320" cy="0"/>
          </a:xfrm>
          <a:prstGeom prst="line">
            <a:avLst/>
          </a:prstGeom>
          <a:noFill/>
          <a:ln w="25400">
            <a:solidFill>
              <a:srgbClr val="01363D"/>
            </a:solidFill>
            <a:prstDash val="solid"/>
            <a:headEnd type="none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764024" y="1481328"/>
            <a:ext cx="1874520" cy="1508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1645920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55464" y="2194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sync-and-convert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4873752" y="254203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Dispatched to pull,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convert, and rebuild nav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6665976" y="2231136"/>
            <a:ext cx="274320" cy="0"/>
          </a:xfrm>
          <a:prstGeom prst="line">
            <a:avLst/>
          </a:prstGeom>
          <a:noFill/>
          <a:ln w="25400">
            <a:solidFill>
              <a:srgbClr val="01363D"/>
            </a:solidFill>
            <a:prstDash val="solid"/>
            <a:headEnd type="none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6986016" y="1481328"/>
            <a:ext cx="1874520" cy="15087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1645920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77456" y="2194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7095744" y="254203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changed docs;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or explicit noop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20040" y="3383280"/>
            <a:ext cx="8503920" cy="1234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67588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17320" y="35935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Parallel SDK chain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2743200" y="35661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sdk-release-monitor → Java 2.0.0-beta.2 → Issue #53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2743200" y="3977640"/>
            <a:ext cx="5623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Index → AIProjectIndex, java.time.DayOfWeek, and removed feature flags; mapped high/medium/low documentation impact.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365760" y="480060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outcomes are sourced from issue records; historical run durations were not exposed by the read-only integration.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Content Improvements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069080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3533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#28 · glossary-maintainer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1691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→ 35-term glossary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2267712"/>
            <a:ext cx="1600200" cy="1024128"/>
          </a:xfrm>
          <a:prstGeom prst="rect">
            <a:avLst/>
          </a:prstGeom>
          <a:solidFill>
            <a:srgbClr val="022C33"/>
          </a:solidFill>
          <a:ln w="6350">
            <a:solidFill>
              <a:srgbClr val="5A808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06040" y="2267712"/>
            <a:ext cx="1600200" cy="1024128"/>
          </a:xfrm>
          <a:prstGeom prst="rect">
            <a:avLst/>
          </a:prstGeom>
          <a:solidFill>
            <a:srgbClr val="00A896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432304"/>
            <a:ext cx="1389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terminology reference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06624" y="2432304"/>
            <a:ext cx="1389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terms · 16 letter sections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nav group added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76272" y="2761488"/>
            <a:ext cx="36576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66928" y="356616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recent commits and grouped Foundry, MCP, search, evaluation, and developer-tooling concepts.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143000"/>
            <a:ext cx="4069080" cy="35661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10328" y="13533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#23 · unbloat-docs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10328" y="1691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cloud-evaluation.mdx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4910328" y="2267712"/>
            <a:ext cx="1600200" cy="1024128"/>
          </a:xfrm>
          <a:prstGeom prst="rect">
            <a:avLst/>
          </a:prstGeom>
          <a:solidFill>
            <a:srgbClr val="022C33"/>
          </a:solidFill>
          <a:ln w="6350">
            <a:solidFill>
              <a:srgbClr val="5A808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0" y="2267712"/>
            <a:ext cx="1600200" cy="1024128"/>
          </a:xfrm>
          <a:prstGeom prst="rect">
            <a:avLst/>
          </a:prstGeom>
          <a:solidFill>
            <a:srgbClr val="00A896"/>
          </a:solidFill>
          <a:ln w="635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10912" y="2432304"/>
            <a:ext cx="1389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913 lines · 3,412 words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bullet points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050024" y="2432304"/>
            <a:ext cx="1389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884 lines · 3,180 words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bullet points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19672" y="2761488"/>
            <a:ext cx="36576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4910328" y="356616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duplicate prose, 4 repetitive tips, a trivial tip, and redundant bullets; preserved technical content.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evaluations · 4 servers · 2 frontier models · Issue #625 · 2026-07-28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73736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claude-sonnet-4.6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 (baseline)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01752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4015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4472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44728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45643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(0.866) vs docs/ (0.890), delta=-0.024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8404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404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384962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 (0.870), delta=-0.004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1879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2336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2336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24281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 (0.875), delta=-0.009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581144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626864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62686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MIXED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636008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vary across claude-sonnet-4.6 and gpt-5.4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963778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0.835 —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680314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 —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2188342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0.943 ▲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340157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 —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2381098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 ▲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run: docs-vnext leads the baseline in infrastructure-security (+0.013) and sdk-api (+0.013); observability remains the weakest category.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526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278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vnext-only Files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filename delta vs docs/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0.866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Latest Eval Avg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#625 · 200 runs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PRs Merged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labeled PRs total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observability and evaluation coverage — the latest eval's weakest category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the agentic PR merge rate with tighter evidence and smaller changes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evaluation scenarios across more workflows, SDKs, and user journeys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quality and operational metrics as a time series, not isolated snapshots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upstream and community signals into faster, targeted documentation updates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stakeholder reporting reproducible with runtime-derived repository metrics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2026-10-12T19:02:47Z</dcterms:created>
  <dcterms:modified xsi:type="dcterms:W3CDTF">2026-10-12T19:02:47Z</dcterms:modified>
</cp:coreProperties>
</file>