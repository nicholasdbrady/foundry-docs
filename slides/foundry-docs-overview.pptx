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Pages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Reference</c:v>
                  </c:pt>
                  <c:pt idx="1">
                    <c:v>Overview</c:v>
                  </c:pt>
                  <c:pt idx="2">
                    <c:v>Get Started</c:v>
                  </c:pt>
                  <c:pt idx="3">
                    <c:v>Best Practices</c:v>
                  </c:pt>
                  <c:pt idx="4">
                    <c:v>Operate</c:v>
                  </c:pt>
                  <c:pt idx="5">
                    <c:v>Responsible AI</c:v>
                  </c:pt>
                  <c:pt idx="6">
                    <c:v>Manage</c:v>
                  </c:pt>
                  <c:pt idx="7">
                    <c:v>Dev Experience</c:v>
                  </c:pt>
                  <c:pt idx="8">
                    <c:v>Guardrails</c:v>
                  </c:pt>
                  <c:pt idx="9">
                    <c:v>API &amp; SDK</c:v>
                  </c:pt>
                  <c:pt idx="10">
                    <c:v>Security</c:v>
                  </c:pt>
                  <c:pt idx="11">
                    <c:v>Setup</c:v>
                  </c:pt>
                  <c:pt idx="12">
                    <c:v>Observability</c:v>
                  </c:pt>
                  <c:pt idx="13">
                    <c:v>Agents</c:v>
                  </c:pt>
                  <c:pt idx="14">
                    <c:v>Models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</c:v>
                </c:pt>
                <c:pt idx="1">
                  <c:v>3</c:v>
                </c:pt>
                <c:pt idx="2">
                  <c:v>6</c:v>
                </c:pt>
                <c:pt idx="3">
                  <c:v>5</c:v>
                </c:pt>
                <c:pt idx="4">
                  <c:v>8</c:v>
                </c:pt>
                <c:pt idx="5">
                  <c:v>8</c:v>
                </c:pt>
                <c:pt idx="6">
                  <c:v>9</c:v>
                </c:pt>
                <c:pt idx="7">
                  <c:v>11</c:v>
                </c:pt>
                <c:pt idx="8">
                  <c:v>15</c:v>
                </c:pt>
                <c:pt idx="9">
                  <c:v>17</c:v>
                </c:pt>
                <c:pt idx="10">
                  <c:v>20</c:v>
                </c:pt>
                <c:pt idx="11">
                  <c:v>20</c:v>
                </c:pt>
                <c:pt idx="12">
                  <c:v>24</c:v>
                </c:pt>
                <c:pt idx="13">
                  <c:v>60</c:v>
                </c:pt>
                <c:pt idx="14">
                  <c:v>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E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5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80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2FA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114800" cy="4114800"/>
          </a:xfrm>
          <a:prstGeom prst="ellipse">
            <a:avLst/>
          </a:prstGeom>
          <a:solidFill>
            <a:srgbClr val="028090">
              <a:alpha val="22000"/>
            </a:srgbClr>
          </a:solidFill>
          <a:ln w="12700">
            <a:solidFill>
              <a:srgbClr val="028090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2560320"/>
            <a:ext cx="2011680" cy="201168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00A896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80160"/>
            <a:ext cx="164592" cy="2011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Foundry-Docs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Documentation Platform for Microsoft Foundry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279 docs  ·  23 agentic workflows  ·  4 SDK repos monitored  ·  FastMCP server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Foundry-Docs?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FastMCP server that extracts, converts, and serves Microsoft Foundry documentation to AI assistants — with a fleet of autonomous agents keeping it accurate and up to date.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01168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2066544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0116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search_docs(query)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224942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full-text + vector search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1480" y="267004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2724912"/>
            <a:ext cx="246888" cy="246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267004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get_doc(path)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14400" y="29077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 specific doc by path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11480" y="332841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383280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4400" y="332841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list_sections()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14400" y="356616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all TOC sections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11480" y="398678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4041648"/>
            <a:ext cx="246888" cy="2468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4400" y="39867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get_section(section)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914400" y="42245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docs in a section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349240" y="256032"/>
            <a:ext cx="3566160" cy="4636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502920"/>
            <a:ext cx="1371600" cy="1371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49240" y="1965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 Server</a:t>
            </a:r>
            <a:endParaRPr lang="en-US" sz="1800" dirty="0"/>
          </a:p>
        </p:txBody>
      </p:sp>
      <p:sp>
        <p:nvSpPr>
          <p:cNvPr id="24" name="Text 17"/>
          <p:cNvSpPr/>
          <p:nvPr/>
        </p:nvSpPr>
        <p:spPr>
          <a:xfrm>
            <a:off x="5349240" y="24505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Microsoft Foundry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via MCP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39496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39496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279</a:t>
            </a:r>
            <a:endParaRPr lang="en-US" sz="2600" dirty="0"/>
          </a:p>
        </p:txBody>
      </p:sp>
      <p:sp>
        <p:nvSpPr>
          <p:cNvPr id="27" name="Text 20"/>
          <p:cNvSpPr/>
          <p:nvPr/>
        </p:nvSpPr>
        <p:spPr>
          <a:xfrm>
            <a:off x="539496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Pages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58368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658368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2600" dirty="0"/>
          </a:p>
        </p:txBody>
      </p:sp>
      <p:sp>
        <p:nvSpPr>
          <p:cNvPr id="30" name="Text 23"/>
          <p:cNvSpPr/>
          <p:nvPr/>
        </p:nvSpPr>
        <p:spPr>
          <a:xfrm>
            <a:off x="658368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Sections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777240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777240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</a:t>
            </a:r>
            <a:endParaRPr lang="en-US" sz="2600" dirty="0"/>
          </a:p>
        </p:txBody>
      </p:sp>
      <p:sp>
        <p:nvSpPr>
          <p:cNvPr id="33" name="Text 26"/>
          <p:cNvSpPr/>
          <p:nvPr/>
        </p:nvSpPr>
        <p:spPr>
          <a:xfrm>
            <a:off x="777240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Mode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MicrosoftDocs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azure-ai-docs-pr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373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031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5661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31920" y="1371600"/>
            <a:ext cx="141732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9319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docs-vnext/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9319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279 MDX pages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949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7607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7607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foundry_docs_mcp/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237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895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Assistants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IDEs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5895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MCP protocol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98064"/>
            <a:ext cx="237744" cy="237744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40080" y="27432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 from upstream MicrosoftDocs 4×/day via GitHub Actions</a:t>
            </a:r>
            <a:endParaRPr lang="en-US" sz="135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291840"/>
            <a:ext cx="237744" cy="23774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640080" y="323697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MS Learn markdown to Mintlify MDX — callouts, tabs, code groups</a:t>
            </a:r>
            <a:endParaRPr lang="en-US" sz="135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785616"/>
            <a:ext cx="237744" cy="23774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40080" y="37307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 continuously improve accuracy, structure, and completeness</a:t>
            </a:r>
            <a:endParaRPr lang="en-US" sz="135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279392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640080" y="42245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server with hybrid Azure Search (keyword + vector + semantic reranking)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Coverage — 279 Pages Across 15 Sections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85953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23 Agentic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AI agents maintaining docs automatically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719072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 Monitoring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84632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Upstream, SDK, community,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Reddit, diff reports, Dependabot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18688" y="15544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18688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85616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Testing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383280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 tester, multi-device,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quality, testbench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17336" y="15544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17336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71907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84264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 Content Updates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81928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Healer, updater, unbloat,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glossary, labels, sync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320040" y="31546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320040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319272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86968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 Quality Review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484632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Auditor, PR reviewer,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verify, push check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3218688" y="31546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218688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3319272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785616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Community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3383280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monitor,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responder, auto-triage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117336" y="31546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117336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928" y="3319272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684264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Operations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6281928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 maintainer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deck!)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Event-Driven Trigger Coverage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9903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22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84632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4632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opened/labeled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27832" y="1143000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9903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05072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19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92424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Dispatch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92424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workflow_dispatch + repo_dispatch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35624" y="1143000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39903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12864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300216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00216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 jobs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20040" y="2990088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" y="32461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97280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84632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84632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open/sync/merge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3227832" y="2990088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24612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005072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92424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Run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92424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chained workflow triggers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135624" y="2990088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3246120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12864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300216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300216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main branch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Assurance Pipeline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Pre-Merge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on-push-docs-check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1148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pr-docs-reviewer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30428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60320" y="1143000"/>
            <a:ext cx="1920240" cy="3108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173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Post-Merge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265176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post-merge-docs-verify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265176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post-sync-updater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4456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143000"/>
            <a:ext cx="1920240" cy="3108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4068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41732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8006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Healing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89204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docs-auditor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489204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daily-doc-healer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489204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daily-doc-updater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78484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04088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68096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41732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04088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713232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docs-noob-tester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713232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multi-device-tester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713232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search-test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merge triggers automated checks · Daily audits catch regressions · Noob testing validates first-time reader experience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 Harness Results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89611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evaluations · 4 servers · 3 frontier models · 2026-03-05</a:t>
            </a: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5166360" cy="1737360"/>
        </p:xfrm>
        <a:graphic>
          <a:graphicData uri="http://schemas.openxmlformats.org/drawingml/2006/table">
            <a:tbl>
              <a:tblPr/>
              <a:tblGrid>
                <a:gridCol w="1645920"/>
                <a:gridCol w="886968"/>
                <a:gridCol w="886968"/>
                <a:gridCol w="886968"/>
                <a:gridCol w="859536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claude-opus-4.6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gemini-3-pro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gpt-5.3-codex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Learn 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Mintlify MCP 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docs-vnext/ 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docs/ (baseline)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3017520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 Testing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0040" y="3401568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8912" y="3447288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344728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MARGINAL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084832" y="3456432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(0.906) vs docs/ (0.904), δ=+0.002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0040" y="3794760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3840480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384048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084832" y="3849624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Mintlify MCP (0.908), δ=−0.002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0040" y="4187952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423367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H3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2960" y="423367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084832" y="4242816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MS Learn (0.908), δ=−0.002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0040" y="4581144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38912" y="4626864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H4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22960" y="4626864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MIXED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084832" y="4636008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Rankings vary: gpt-5.3 ranks docs-vnext 2nd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87568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Category Breakdown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87568" y="15727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agent-development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87568" y="1828800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687568" y="1828800"/>
            <a:ext cx="2505822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595360" y="1828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0.971 ▲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687568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getting-started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87568" y="2487168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87568" y="2487168"/>
            <a:ext cx="1553383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595360" y="24871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0.887 ▲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687568" y="28895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infra-security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687568" y="3145536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568" y="3145536"/>
            <a:ext cx="2006925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95360" y="31455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0.927 ▲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5687568" y="35478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observability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5687568" y="3803904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687568" y="3803904"/>
            <a:ext cx="589605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595360" y="38039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0.802 —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5687568" y="42062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sdk-api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687568" y="4462272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87568" y="4462272"/>
            <a:ext cx="2233696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595360" y="44622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0.947 —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65760" y="4791456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leads in agent-development (0.971) and getting-started (0.887) — areas benefiting most from Mintlify MDX enhancements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Integration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743200" cy="3520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62456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3896" y="1435608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29768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Discussions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29768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microsoft-foundry/discussions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48056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repository_dispatch fires whenever a new discussion is posted. The agent reads context from cache-memory and determines if docs need updating or a response is warranted.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64408" y="1143000"/>
            <a:ext cx="2743200" cy="35204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06824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435608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74136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 Feedback Responder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374136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issue_comment events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92424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responds to discussions referencing documentation gaps. Surfaces the most relevant docs and flags content needing improvement.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08776" y="1143000"/>
            <a:ext cx="2743200" cy="35204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51192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2632" y="1435608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18504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Auto-Triage Issues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318504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issues: opened, labeled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336792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and triages new GitHub issues, routing documentation bugs to the appropriate agent workflows. Integrates with label-ops for structured labeling.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Release Monitoring — 4 Repos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new azure-ai-projects releases and assesses documentation impact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1920240" cy="2926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755648"/>
            <a:ext cx="658368" cy="6583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11480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Azure/azure-sdk-for-python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93192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554480"/>
            <a:ext cx="1920240" cy="2926080"/>
          </a:xfrm>
          <a:prstGeom prst="rect">
            <a:avLst/>
          </a:prstGeom>
          <a:solidFill>
            <a:srgbClr val="014A55"/>
          </a:solidFill>
          <a:ln w="12700">
            <a:solidFill>
              <a:srgbClr val="014A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688" y="1755648"/>
            <a:ext cx="658368" cy="6583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587752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JavaScript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2679192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2660904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sdk/ai/ai-projects/CHANGELOG.md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816352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816352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855464" y="1554480"/>
            <a:ext cx="1920240" cy="29260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855464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755648"/>
            <a:ext cx="658368" cy="6583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855464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.NET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4946904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Azure/azure-sdk-for-net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4928616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sdk/ai/Azure.AI.Projects/CHANGELOG.md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5084064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5084064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7123176" y="1554480"/>
            <a:ext cx="1920240" cy="292608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123176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1755648"/>
            <a:ext cx="658368" cy="65836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123176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</a:t>
            </a:r>
            <a:endParaRPr lang="en-US" sz="1800" dirty="0"/>
          </a:p>
        </p:txBody>
      </p:sp>
      <p:sp>
        <p:nvSpPr>
          <p:cNvPr id="33" name="Text 27"/>
          <p:cNvSpPr/>
          <p:nvPr/>
        </p:nvSpPr>
        <p:spPr>
          <a:xfrm>
            <a:off x="7214616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Azure/azure-sdk-for-java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7196328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7351776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351776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The Numbers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441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279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57200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MDX Pages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docs-vnext/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27832" y="111556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34416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59352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23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64992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Workflows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64992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definitions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35624" y="111556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344168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67144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272784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 Sections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272784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areas covered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320040" y="326440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493008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51560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57200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Slash Commands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57200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/audit /unbloat /sdk-check…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27832" y="326440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3493008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3959352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64992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Repos Tracked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64992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JS · .NET · Java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135624" y="326440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504" y="3493008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67144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272784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Scheduled Jobs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272784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097280"/>
            <a:ext cx="4572000" cy="4572000"/>
          </a:xfrm>
          <a:prstGeom prst="ellipse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320040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11480" y="124358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28016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23444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overview page generated from agent-surfaced coverage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1480" y="1865376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9019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1856232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 dashboard — track MRR/NDCG trends over time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11480" y="2487168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52374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47802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gap filling — auto-draft missing pages from upstream signals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11480" y="3108960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145536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099816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→ Mintlify deployment via GitHub Pages or Vercel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411480" y="3730752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3767328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60120" y="37216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guardrails section expansion with worked examples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411480" y="435254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" y="4389120"/>
            <a:ext cx="256032" cy="25603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60120" y="434340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ops dashboard embedding MCP server telemetry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24" name="Text 16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· github.com/nicholasdbrady/foundry-docs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Foundry-Docs Overview</dc:title>
  <dc:subject>PptxGenJS Presentation</dc:subject>
  <dc:creator>Foundry-Docs Slide Agent</dc:creator>
  <cp:lastModifiedBy>Foundry-Docs Slide Agent</cp:lastModifiedBy>
  <cp:revision>1</cp:revision>
  <dcterms:created xsi:type="dcterms:W3CDTF">2026-03-30T09:48:57Z</dcterms:created>
  <dcterms:modified xsi:type="dcterms:W3CDTF">2026-03-30T09:48:57Z</dcterms:modified>
</cp:coreProperties>
</file>