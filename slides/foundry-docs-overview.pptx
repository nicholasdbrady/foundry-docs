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Overview</c:v>
                  </c:pt>
                  <c:pt idx="1">
                    <c:v>Get Started</c:v>
                  </c:pt>
                  <c:pt idx="2">
                    <c:v>Best Practices</c:v>
                  </c:pt>
                  <c:pt idx="3">
                    <c:v>Operate</c:v>
                  </c:pt>
                  <c:pt idx="4">
                    <c:v>Responsible AI</c:v>
                  </c:pt>
                  <c:pt idx="5">
                    <c:v>Manage</c:v>
                  </c:pt>
                  <c:pt idx="6">
                    <c:v>Dev Experience</c:v>
                  </c:pt>
                  <c:pt idx="7">
                    <c:v>API &amp; SDK</c:v>
                  </c:pt>
                  <c:pt idx="8">
                    <c:v>Guardrails</c:v>
                  </c:pt>
                  <c:pt idx="9">
                    <c:v>Security</c:v>
                  </c:pt>
                  <c:pt idx="10">
                    <c:v>Setup</c:v>
                  </c:pt>
                  <c:pt idx="11">
                    <c:v>Observability</c:v>
                  </c:pt>
                  <c:pt idx="12">
                    <c:v>Agents</c:v>
                  </c:pt>
                  <c:pt idx="13">
                    <c:v>Models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</c:v>
                </c:pt>
                <c:pt idx="1">
                  <c:v>4</c:v>
                </c:pt>
                <c:pt idx="2">
                  <c:v>5</c:v>
                </c:pt>
                <c:pt idx="3">
                  <c:v>7</c:v>
                </c:pt>
                <c:pt idx="4">
                  <c:v>8</c:v>
                </c:pt>
                <c:pt idx="5">
                  <c:v>9</c:v>
                </c:pt>
                <c:pt idx="6">
                  <c:v>11</c:v>
                </c:pt>
                <c:pt idx="7">
                  <c:v>14</c:v>
                </c:pt>
                <c:pt idx="8">
                  <c:v>15</c:v>
                </c:pt>
                <c:pt idx="9">
                  <c:v>20</c:v>
                </c:pt>
                <c:pt idx="10">
                  <c:v>20</c:v>
                </c:pt>
                <c:pt idx="11">
                  <c:v>24</c:v>
                </c:pt>
                <c:pt idx="12">
                  <c:v>57</c:v>
                </c:pt>
                <c:pt idx="13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 docs  ·  25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267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267 Pages Across 14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267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2026-02-28T09:25:14Z</dcterms:created>
  <dcterms:modified xsi:type="dcterms:W3CDTF">2026-02-28T09:25:14Z</dcterms:modified>
</cp:coreProperties>
</file>