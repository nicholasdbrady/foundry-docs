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3474720" cy="201168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2560320" cy="1280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32004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46304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560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for Microsoft Foundry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3246120"/>
            <a:ext cx="68580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429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457200" y="4114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Docs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291840" y="3429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3291840" y="4114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Workflows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126480" y="3429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6126480" y="4114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PRs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961120" y="3429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0.900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8961120" y="4114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Score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309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Run #13  ·  March 2026  ·  nicholasdbrady/foundry-docs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Foundry-Docs?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5303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documentation system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is a GitHub repository that combines a FastMCP documentation server with a fleet of 22 AI-powered workflows to keep Microsoft Foundry's developer documentation continuously up-to-date, accurate, and high quality.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are authored in Mintlify MDX format under </a:t>
            </a:r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docs-vnext/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served via a FastMCP server for AI model consumption.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035040" y="914400"/>
            <a:ext cx="2834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35040" y="914400"/>
            <a:ext cx="283464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0972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75120" y="1097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126480" y="1600200"/>
            <a:ext cx="2651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serves 274 MDX docs to AI models via the Model Context Protocol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9052560" y="914400"/>
            <a:ext cx="2834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052560" y="914400"/>
            <a:ext cx="283464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0972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692640" y="1097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144000" y="1600200"/>
            <a:ext cx="2651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gh-aw workflows monitor, audit, and improve docs automatically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3474720"/>
            <a:ext cx="2834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035040" y="3474720"/>
            <a:ext cx="283464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65760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75120" y="3657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Sync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126480" y="4160520"/>
            <a:ext cx="2651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 of MicrosoftDocs/azure-ai-docs-pr for changes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9052560" y="3474720"/>
            <a:ext cx="2834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052560" y="3474720"/>
            <a:ext cx="283464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3657600"/>
            <a:ext cx="411480" cy="4114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692640" y="3657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9144000" y="4160520"/>
            <a:ext cx="2651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4-server × 3-model benchmarks track docs quality against competitors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docs/ → docs-vnext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377440" cy="164592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(MS Learn)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697480" y="1938528"/>
            <a:ext cx="201168" cy="12801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1188720"/>
            <a:ext cx="237744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7180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(canonical)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MDX files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sync'd weekly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49240" y="1938528"/>
            <a:ext cx="201168" cy="12801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577840" y="1188720"/>
            <a:ext cx="237744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2356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(agent-improved)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2356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new files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261 shared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1938528"/>
            <a:ext cx="201168" cy="12801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188720"/>
            <a:ext cx="2377440" cy="1645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7532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753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protocol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AI models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652760" y="1938528"/>
            <a:ext cx="201168" cy="12801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698480" y="1188720"/>
            <a:ext cx="237744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74420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Agents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74420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GPT-5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926080" y="3108960"/>
            <a:ext cx="5943600" cy="36576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0" y="32004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 AI Workflows continuously improve docs-vnext (audit, update, unbloat, glossary...)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77840" y="3794760"/>
            <a:ext cx="5943600" cy="36576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77840" y="3886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 Eval harness measures quality: docs-vnext 0.900 vs docs/ 0.894 (+0.006 delta)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4389120"/>
            <a:ext cx="3657600" cy="2103120"/>
          </a:xfrm>
          <a:prstGeom prst="rect">
            <a:avLst/>
          </a:prstGeom>
          <a:solidFill>
            <a:srgbClr val="E0F4F7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Signals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463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Reddit monitoring (microsoft-foundry)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Discussions dispatch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foundry-samples repo watch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SDK release detection (4 repos)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206240" y="4389120"/>
            <a:ext cx="3657600" cy="2103120"/>
          </a:xfrm>
          <a:prstGeom prst="rect">
            <a:avLst/>
          </a:prstGeom>
          <a:solidFill>
            <a:srgbClr val="E0F4F7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97680" y="4434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97680" y="48463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docs-auditor (accuracy + links)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docs-noob-tester (UX perspective)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pr-docs-reviewer (MDX quality)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post-merge-docs-verify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138160" y="4389120"/>
            <a:ext cx="3749040" cy="2103120"/>
          </a:xfrm>
          <a:prstGeom prst="rect">
            <a:avLst/>
          </a:prstGeom>
          <a:solidFill>
            <a:srgbClr val="E0F4F7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229600" y="4434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29600" y="48463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Stakeholder slide decks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Weekly diff reports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Eval scorecards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Auto-fixed PRs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Coverage: 274 MDX Pages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560320" y="1005840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0" y="1005840"/>
            <a:ext cx="1393626" cy="228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0" y="914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9144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95360" y="1005840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95360" y="1005840"/>
            <a:ext cx="1103287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990320" y="91440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74320" y="1618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0" y="1709928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0" y="1709928"/>
            <a:ext cx="464542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6184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9360" y="16184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595360" y="1709928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0" y="1709928"/>
            <a:ext cx="387118" cy="22860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990320" y="16184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232257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0" y="2414016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0" y="2414016"/>
            <a:ext cx="387118" cy="228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232257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09360" y="232257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api-sdk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95360" y="2414016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0" y="2414016"/>
            <a:ext cx="329051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990320" y="232257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74320" y="30266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560320" y="3118104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60320" y="3118104"/>
            <a:ext cx="290339" cy="228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55280" y="302666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09360" y="30266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developer-experience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95360" y="3118104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595360" y="3118104"/>
            <a:ext cx="212915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990320" y="302666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74320" y="37307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560320" y="3822192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60320" y="3822192"/>
            <a:ext cx="174203" cy="228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955280" y="37307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309360" y="37307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responsible-ai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595360" y="3822192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595360" y="3822192"/>
            <a:ext cx="154847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990320" y="373075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74320" y="4434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560320" y="4526280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60320" y="4526280"/>
            <a:ext cx="135491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55280" y="44348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309360" y="4434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best-practices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595360" y="4526280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595360" y="4526280"/>
            <a:ext cx="96780" cy="22860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990320" y="44348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74320" y="5138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get-started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560320" y="5230368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60320" y="5230368"/>
            <a:ext cx="91440" cy="228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955280" y="513892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309360" y="5138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+ reference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595360" y="5230368"/>
            <a:ext cx="530352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595360" y="5230368"/>
            <a:ext cx="9678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3990320" y="513892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74320" y="6400800"/>
            <a:ext cx="11612880" cy="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74320" y="6263640"/>
            <a:ext cx="1161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 total MDX pages  ·  13 new files created by agents (not in canonical docs/)  ·  261 files shared with docs/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Agentic Workflows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55778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5577840" cy="45720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41832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9144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Detection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14173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docs-upstream-monitor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sdk-release-monitor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reddit-community-monitor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community-discussions-monitor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dependabot-docs-check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868680"/>
            <a:ext cx="55778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17920" y="868680"/>
            <a:ext cx="557784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94183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720840" y="9144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Testing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355080" y="141732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docs-auditor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docs-noob-tester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pr-docs-reviewer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post-merge-docs-verify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post-index-sync-testbench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docs-vnext-diff-report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74320" y="3657600"/>
            <a:ext cx="55778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274320" y="3657600"/>
            <a:ext cx="5577840" cy="457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730752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77240" y="37033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Updating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11480" y="420624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post-sync-updater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daily-doc-updater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docs-vnext-sync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unbloat-docs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glossary-maintainer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label-ops-docs-fix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217920" y="3657600"/>
            <a:ext cx="55778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17920" y="3657600"/>
            <a:ext cx="557784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730752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20840" y="37033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&amp; Dispatch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6355080" y="4206240"/>
            <a:ext cx="5303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audit-file (/audit)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search-test (/search-test)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auto-triage-issues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discussion-responder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slide-deck-maintainer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Trigger Coverage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743200" cy="237744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430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Cron-based daily, weekly,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8h / 12h runs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65760" y="2743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workflows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0" y="960120"/>
            <a:ext cx="2743200" cy="237744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4300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88620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slash_command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29184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/audit, /search-test,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/check-discussions, /unbloat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291840" y="2743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workflows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26480" y="960120"/>
            <a:ext cx="2743200" cy="237744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1228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pull_request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21792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review, post-merge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6217920" y="2743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workflows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9052560" y="960120"/>
            <a:ext cx="2743200" cy="237744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114300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738360" y="1143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workflow_run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9144000" y="17373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triggers: sync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→ testbench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9144000" y="27432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workflows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274320" y="3566160"/>
            <a:ext cx="2743200" cy="237744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74904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60120" y="37490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/ discussion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36576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labeled, discussion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comment, community dispatch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365760" y="5349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workflows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200400" y="3566160"/>
            <a:ext cx="2743200" cy="237744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7560" y="374904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3886200" y="37490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</a:t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329184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"eyes" / "rocket" reactions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trigger on-demand audits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3291840" y="5349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workflows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6126480" y="3566160"/>
            <a:ext cx="2743200" cy="237744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3749040"/>
            <a:ext cx="457200" cy="45720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6812280" y="37490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repository_dispatch</a:t>
            </a:r>
            <a:endParaRPr lang="en-US" sz="1200" dirty="0"/>
          </a:p>
        </p:txBody>
      </p:sp>
      <p:sp>
        <p:nvSpPr>
          <p:cNvPr id="37" name="Text 28"/>
          <p:cNvSpPr/>
          <p:nvPr/>
        </p:nvSpPr>
        <p:spPr>
          <a:xfrm>
            <a:off x="621792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triggers from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Devvit app, foundry-samples</a:t>
            </a:r>
            <a:endParaRPr lang="en-US" sz="1000" dirty="0"/>
          </a:p>
        </p:txBody>
      </p:sp>
      <p:sp>
        <p:nvSpPr>
          <p:cNvPr id="38" name="Text 29"/>
          <p:cNvSpPr/>
          <p:nvPr/>
        </p:nvSpPr>
        <p:spPr>
          <a:xfrm>
            <a:off x="6217920" y="5349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workflows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9052560" y="3566160"/>
            <a:ext cx="2743200" cy="237744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749040"/>
            <a:ext cx="457200" cy="45720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9738360" y="37490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</a:t>
            </a:r>
            <a:endParaRPr lang="en-US" sz="1200" dirty="0"/>
          </a:p>
        </p:txBody>
      </p:sp>
      <p:sp>
        <p:nvSpPr>
          <p:cNvPr id="42" name="Text 32"/>
          <p:cNvSpPr/>
          <p:nvPr/>
        </p:nvSpPr>
        <p:spPr>
          <a:xfrm>
            <a:off x="914400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on-demand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for all workflows</a:t>
            </a:r>
            <a:endParaRPr lang="en-US" sz="1000" dirty="0"/>
          </a:p>
        </p:txBody>
      </p:sp>
      <p:sp>
        <p:nvSpPr>
          <p:cNvPr id="43" name="Text 33"/>
          <p:cNvSpPr/>
          <p:nvPr/>
        </p:nvSpPr>
        <p:spPr>
          <a:xfrm>
            <a:off x="9144000" y="5349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workflows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36576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3657600" cy="1051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60120"/>
            <a:ext cx="502920" cy="502920"/>
          </a:xfrm>
          <a:prstGeom prst="ellipse">
            <a:avLst/>
          </a:prstGeom>
          <a:solidFill>
            <a:srgbClr val="012F38"/>
          </a:solidFill>
          <a:ln w="12700">
            <a:solidFill>
              <a:srgbClr val="012F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987552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4128" y="9418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docs-auditor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65760" y="14173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Accuracy Check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11480" y="201168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code examples against real SDK APIs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all external links (404 detection)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MDX frontmatter and Mintlify syntax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labeled issues for every failure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weekly + on every docs PR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23360" y="3017520"/>
            <a:ext cx="182880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97764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206240" y="868680"/>
            <a:ext cx="36576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06240" y="868680"/>
            <a:ext cx="3657600" cy="10515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43400" y="960120"/>
            <a:ext cx="502920" cy="502920"/>
          </a:xfrm>
          <a:prstGeom prst="ellipse">
            <a:avLst/>
          </a:prstGeom>
          <a:solidFill>
            <a:srgbClr val="012F38"/>
          </a:solidFill>
          <a:ln w="12700">
            <a:solidFill>
              <a:srgbClr val="012F3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4340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987552"/>
            <a:ext cx="411480" cy="4114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956048" y="9418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docs-noob-tester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4297680" y="14173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User Perspective Testing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343400" y="201168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a first-time Foundry developer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getting-started flow end-to-end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across desktop, tablet, mobile viewports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confusing steps and missing prerequisites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report to GitHub Discussions for review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55280" y="3017520"/>
            <a:ext cx="182880" cy="10972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909560" y="2880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8138160" y="868680"/>
            <a:ext cx="36576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138160" y="868680"/>
            <a:ext cx="3657600" cy="10515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75320" y="960120"/>
            <a:ext cx="502920" cy="502920"/>
          </a:xfrm>
          <a:prstGeom prst="ellipse">
            <a:avLst/>
          </a:prstGeom>
          <a:solidFill>
            <a:srgbClr val="012F38"/>
          </a:solidFill>
          <a:ln w="12700">
            <a:solidFill>
              <a:srgbClr val="012F3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27532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987552"/>
            <a:ext cx="411480" cy="41148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8887968" y="94183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pr-docs-reviewer</a:t>
            </a:r>
            <a:endParaRPr lang="en-US" sz="1500" dirty="0"/>
          </a:p>
        </p:txBody>
      </p:sp>
      <p:sp>
        <p:nvSpPr>
          <p:cNvPr id="30" name="Text 25"/>
          <p:cNvSpPr/>
          <p:nvPr/>
        </p:nvSpPr>
        <p:spPr>
          <a:xfrm>
            <a:off x="8229600" y="14173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Quality Gate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8275320" y="201168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every docs-vnext PR automatically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MDX syntax, frontmatter, Mintlify compliance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style issues: GitHub alerts → Mintlify callouts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Diátaxis framework alignment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inline review comments on the PR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274320" y="6400800"/>
            <a:ext cx="11612880" cy="0"/>
          </a:xfrm>
          <a:prstGeom prst="rect">
            <a:avLst/>
          </a:prstGeom>
          <a:noFill/>
          <a:ln/>
        </p:spPr>
      </p:sp>
      <p:sp>
        <p:nvSpPr>
          <p:cNvPr id="33" name="Text 28"/>
          <p:cNvSpPr/>
          <p:nvPr/>
        </p:nvSpPr>
        <p:spPr>
          <a:xfrm>
            <a:off x="274320" y="6291072"/>
            <a:ext cx="1161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post-merge-docs-verify runs after every PR merge  ·  post-index-sync-testbench validates search quality after index updates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docs-vnext: History &amp; Impact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Timeline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280160"/>
            <a:ext cx="36576" cy="5029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280160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12527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880360" y="125272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#2: Agentic workflows + docs-vnext strategy launched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1901952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18745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80360" y="18745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#19: First AI-generated stakeholder slide deck created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49808" y="2523744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17320" y="24963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80360" y="249631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#28: Glossary created — 35 terms across 16 sections (agent-generated)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9808" y="3145536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17320" y="311810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02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0360" y="311810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#23: docs-vnext unbloat — cloud-evaluation.mdx cleaned of duplicate paragraphs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9808" y="3767328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17320" y="373989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880360" y="373989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#46: Navigation reflow to product-pillar structure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9808" y="4389120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43616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80360" y="43616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harness launched — 4-server × 3-model quality benchmarks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" y="5010912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983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07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880360" y="4983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#50: Full 5-language SDK samples + 267 API endpoint examples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9808" y="5632704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17320" y="56052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08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880360" y="560527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Report #68: docs-vnext 0.900 vs docs/ 0.894 (+0.006)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9360" y="96012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09360" y="960120"/>
            <a:ext cx="265176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128016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200" dirty="0"/>
          </a:p>
        </p:txBody>
      </p:sp>
      <p:sp>
        <p:nvSpPr>
          <p:cNvPr id="33" name="Text 31"/>
          <p:cNvSpPr/>
          <p:nvPr/>
        </p:nvSpPr>
        <p:spPr>
          <a:xfrm>
            <a:off x="640080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PRs Total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0" y="2834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agentic · 20 human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144000" y="96012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44000" y="960120"/>
            <a:ext cx="265176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0" y="128016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5200" dirty="0"/>
          </a:p>
        </p:txBody>
      </p:sp>
      <p:sp>
        <p:nvSpPr>
          <p:cNvPr id="38" name="Text 36"/>
          <p:cNvSpPr/>
          <p:nvPr/>
        </p:nvSpPr>
        <p:spPr>
          <a:xfrm>
            <a:off x="923544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Detections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235440" y="28346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 changes caught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309360" y="379476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309360" y="3794760"/>
            <a:ext cx="265176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0" y="4114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18+</a:t>
            </a:r>
            <a:endParaRPr lang="en-US" sz="5200" dirty="0"/>
          </a:p>
        </p:txBody>
      </p:sp>
      <p:sp>
        <p:nvSpPr>
          <p:cNvPr id="43" name="Text 41"/>
          <p:cNvSpPr/>
          <p:nvPr/>
        </p:nvSpPr>
        <p:spPr>
          <a:xfrm>
            <a:off x="6400800" y="5166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Issues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0" y="56692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and resolved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144000" y="3794760"/>
            <a:ext cx="26517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9144000" y="3794760"/>
            <a:ext cx="265176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0" y="41148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200" dirty="0"/>
          </a:p>
        </p:txBody>
      </p:sp>
      <p:sp>
        <p:nvSpPr>
          <p:cNvPr id="48" name="Text 46"/>
          <p:cNvSpPr/>
          <p:nvPr/>
        </p:nvSpPr>
        <p:spPr>
          <a:xfrm>
            <a:off x="9235440" y="5166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Agent-Created Files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235440" y="56692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canonical docs/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Dive: Agentic Chain in Action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822960"/>
            <a:ext cx="1161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 — Upstream Docs Monitor → Sync → Update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2651760" cy="182880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71600"/>
            <a:ext cx="411480" cy="4114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docs-upstream-monitor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423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commit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MicrosoftDocs/azure-ai-docs-pr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 every 8h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71800" y="1965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00400" y="1280160"/>
            <a:ext cx="2651760" cy="182880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371600"/>
            <a:ext cx="411480" cy="4114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1874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Issue #54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2423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"Upstream Foundry Docs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Detected — 2026-03-05"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9184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dispatch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1965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26480" y="1280160"/>
            <a:ext cx="2651760" cy="182880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371600"/>
            <a:ext cx="411480" cy="4114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17920" y="1874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docs-vnext-sync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(Sync and Convert)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0" y="2423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&amp; converts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docs to MDX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workflow_run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823960" y="19659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052560" y="1280160"/>
            <a:ext cx="2651760" cy="182880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0" y="1371600"/>
            <a:ext cx="411480" cy="4114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144000" y="18745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post-sync-updater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144000" y="2423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changes,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docs-vnext PR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14400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workflow_run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" y="3520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B — SDK Release Monitor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74320" y="3931920"/>
            <a:ext cx="3566160" cy="1828800"/>
          </a:xfrm>
          <a:prstGeom prst="rect">
            <a:avLst/>
          </a:prstGeom>
          <a:solidFill>
            <a:srgbClr val="045D6E"/>
          </a:solidFill>
          <a:ln w="12700">
            <a:solidFill>
              <a:srgbClr val="F4C43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65760" y="4023360"/>
            <a:ext cx="411480" cy="411480"/>
          </a:xfrm>
          <a:prstGeom prst="ellipse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68680" y="40233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sdk-release-monitor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65760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4 SDK repos: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JS, .NET, Java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760" y="5212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 every 12h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931920" y="4663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114800" y="3931920"/>
            <a:ext cx="3566160" cy="1828800"/>
          </a:xfrm>
          <a:prstGeom prst="rect">
            <a:avLst/>
          </a:prstGeom>
          <a:solidFill>
            <a:srgbClr val="045D6E"/>
          </a:solidFill>
          <a:ln w="12700">
            <a:solidFill>
              <a:srgbClr val="F4C43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206240" y="4023360"/>
            <a:ext cx="411480" cy="411480"/>
          </a:xfrm>
          <a:prstGeom prst="ellipse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062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709160" y="40233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#53 Created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206240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2.0.0-beta.2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 assessed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206240" y="5212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github issue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772400" y="4663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955280" y="3931920"/>
            <a:ext cx="3566160" cy="1828800"/>
          </a:xfrm>
          <a:prstGeom prst="rect">
            <a:avLst/>
          </a:prstGeom>
          <a:solidFill>
            <a:srgbClr val="045D6E"/>
          </a:solidFill>
          <a:ln w="12700">
            <a:solidFill>
              <a:srgbClr val="F4C43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046720" y="4023360"/>
            <a:ext cx="411480" cy="411480"/>
          </a:xfrm>
          <a:prstGeom prst="ellipse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4672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549640" y="40233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label-ops-docs-fix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046720" y="4572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sdk-update label,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fix PR automatically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046720" y="5212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issues: [labeled]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321040" y="3749040"/>
            <a:ext cx="3657600" cy="2194560"/>
          </a:xfrm>
          <a:prstGeom prst="rect">
            <a:avLst/>
          </a:prstGeom>
          <a:solidFill>
            <a:srgbClr val="045D6E"/>
          </a:solidFill>
          <a:ln w="12700">
            <a:solidFill>
              <a:srgbClr val="F4C43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8412480" y="3794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#53 — SDK Release Detected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412480" y="420624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Azure AI Projects SDK v2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2.0.0-beta.2
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 detected: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API surface changes in agents client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Docs impact: 3 pages need update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Auto-labeled: sdk-update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Dive: Content Improvements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54864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54864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9611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#28 — Glossary Creation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glossary-maintainer (Monday scan)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2286000" cy="292608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8288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34640" y="1828800"/>
            <a:ext cx="2286000" cy="2926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8288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glossary existed.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like MCP, FastMCP, RAG,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Search, A2A, Hosted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undefined and inconsistent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274 doc pages.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34640" y="219456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docs-vnext/glossary.mdx created: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35 terms defined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16 alphabetical sections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Covers Core Foundry, MCP,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Search, Agent Tools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Added to navigation 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"Reference" section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4297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terms added: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4617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MCP Gateway (MCPG) · FastMCP · RAG · Hybrid Search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5760" y="4937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· HNSW · Semantic Reranking · Code Interpreter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5989320"/>
            <a:ext cx="5212080" cy="201168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598932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Zero-to-done in one workflow run  ·  First-ever glossary for the project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17920" y="868680"/>
            <a:ext cx="566928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868680"/>
            <a:ext cx="5669280" cy="502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896112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#23 — Unbloat: cloud-evaluation.mdx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0936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unbloat-docs workflow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63640" y="1874520"/>
            <a:ext cx="2286000" cy="502920"/>
          </a:xfrm>
          <a:prstGeom prst="rect">
            <a:avLst/>
          </a:prstGeom>
          <a:solidFill>
            <a:srgbClr val="00A896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1892808"/>
            <a:ext cx="2194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Bloat Type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641080" y="1874520"/>
            <a:ext cx="3108960" cy="502920"/>
          </a:xfrm>
          <a:prstGeom prst="rect">
            <a:avLst/>
          </a:prstGeom>
          <a:solidFill>
            <a:srgbClr val="00A896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0" y="1892808"/>
            <a:ext cx="30175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63640" y="2441448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2459736"/>
            <a:ext cx="2194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paragraph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641080" y="2441448"/>
            <a:ext cx="3108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0" y="2459736"/>
            <a:ext cx="30175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Restated evaluator info already covered 2 paragraphs earlier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263640" y="3008376"/>
            <a:ext cx="2286000" cy="50292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3026664"/>
            <a:ext cx="2194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Repetitive tip boxes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641080" y="3008376"/>
            <a:ext cx="3108960" cy="50292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0" y="3026664"/>
            <a:ext cx="30175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identical "Before you begin" callouts removed (covered at top)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63640" y="3575304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09360" y="3593592"/>
            <a:ext cx="2194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Trivial tips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641080" y="3575304"/>
            <a:ext cx="3108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0" y="3593592"/>
            <a:ext cx="30175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add another run, use the same method" — obvious to developers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263640" y="4142232"/>
            <a:ext cx="2286000" cy="50292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09360" y="4160520"/>
            <a:ext cx="21945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Redundant prerequisites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641080" y="4142232"/>
            <a:ext cx="3108960" cy="50292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86800" y="4160520"/>
            <a:ext cx="30175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Re-listed SDK install in each section despite top-level install step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63640" y="5943600"/>
            <a:ext cx="5486400" cy="22860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63640" y="5943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clearer doc, same technical content, reduced reading burden for developers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 — 2026-03-08  ·  300 Scenarios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7432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× Model Scoreboard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170432"/>
            <a:ext cx="320040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704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4720" y="1170432"/>
            <a:ext cx="146304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17043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claude-opus-4.6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937760" y="1170432"/>
            <a:ext cx="146304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17043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gemini-3-pro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0" y="1170432"/>
            <a:ext cx="146304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117043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gpt-5.3-codex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863840" y="1170432"/>
            <a:ext cx="128016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09560" y="1170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1572768"/>
            <a:ext cx="3200400" cy="438912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57276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Learn (Control A) 🥇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4720" y="1572768"/>
            <a:ext cx="1463040" cy="438912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15727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0.949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937760" y="1572768"/>
            <a:ext cx="1463040" cy="438912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83480" y="15727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0.877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1572768"/>
            <a:ext cx="1463040" cy="438912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15727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63840" y="1572768"/>
            <a:ext cx="1280160" cy="438912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09560" y="15727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2029968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02996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Mintlify MCP (Control B) 🥈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74720" y="2029968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20440" y="20299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0.937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2029968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83480" y="20299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0" y="2029968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20299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863840" y="2029968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09560" y="20299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487168"/>
            <a:ext cx="3200400" cy="438912"/>
          </a:xfrm>
          <a:prstGeom prst="rect">
            <a:avLst/>
          </a:prstGeom>
          <a:solidFill>
            <a:srgbClr val="E0F9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248716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docs-vnext (Treatment) 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474720" y="2487168"/>
            <a:ext cx="1463040" cy="438912"/>
          </a:xfrm>
          <a:prstGeom prst="rect">
            <a:avLst/>
          </a:prstGeom>
          <a:solidFill>
            <a:srgbClr val="E0F9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0440" y="24871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0.937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937760" y="2487168"/>
            <a:ext cx="1463040" cy="438912"/>
          </a:xfrm>
          <a:prstGeom prst="rect">
            <a:avLst/>
          </a:prstGeom>
          <a:solidFill>
            <a:srgbClr val="E0F9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83480" y="24871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0.861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00800" y="2487168"/>
            <a:ext cx="1463040" cy="438912"/>
          </a:xfrm>
          <a:prstGeom prst="rect">
            <a:avLst/>
          </a:prstGeom>
          <a:solidFill>
            <a:srgbClr val="E0F9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6520" y="24871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0.900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863840" y="2487168"/>
            <a:ext cx="1280160" cy="438912"/>
          </a:xfrm>
          <a:prstGeom prst="rect">
            <a:avLst/>
          </a:prstGeom>
          <a:solidFill>
            <a:srgbClr val="E0F9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09560" y="24871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0.900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74320" y="2944368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294436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docs/ (Control C)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74720" y="2944368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20440" y="29443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0.939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937760" y="2944368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83480" y="29443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00800" y="2944368"/>
            <a:ext cx="14630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46520" y="29443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0.900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7863840" y="2944368"/>
            <a:ext cx="12801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909560" y="29443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0.894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274320" y="3474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Testing Results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74320" y="3840480"/>
            <a:ext cx="1463040" cy="438912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20040" y="384048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⚠️ MARGINAL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0" y="387705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(0.900) vs docs/ (0.894) — delta +0.006. Treatment outperforms control.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74320" y="4389120"/>
            <a:ext cx="1463040" cy="438912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0040" y="43891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❌ REJECTED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920240" y="442569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docs-vnext (0.900) vs Mintlify MCP (0.903) — delta -0.003. Mintlify MCP slightly ahead.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74320" y="4937760"/>
            <a:ext cx="1463040" cy="438912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20040" y="493776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❌ REJECTED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1920240" y="497433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docs-vnext (0.900) vs MS Learn (0.911) — delta -0.011. MS Learn leads on structured content.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74320" y="5486400"/>
            <a:ext cx="1463040" cy="438912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20040" y="54864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H4: ⚠️ MIXED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920240" y="55229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shift by model. Consistent leader: MS Learn. docs-vnext beats docs/ in 2/3 models.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8503920" y="822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503920" y="11887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agent-development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8503920" y="1463040"/>
            <a:ext cx="3085186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1634826" y="1463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vnext: 0.964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8503920" y="1700784"/>
            <a:ext cx="3113989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663629" y="170078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0.973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8503920" y="21945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sdk-api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8503920" y="2468880"/>
            <a:ext cx="3030779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1580419" y="24688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vnext: 0.947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8503920" y="2706624"/>
            <a:ext cx="2973172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522812" y="270662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0.929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503920" y="32004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observability-eval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8503920" y="3474720"/>
            <a:ext cx="2701138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1250778" y="3474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vnext: 0.844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8503920" y="3712464"/>
            <a:ext cx="2595524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1145164" y="37124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0.811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8503920" y="42062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getting-started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8503920" y="4480560"/>
            <a:ext cx="2637130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1186770" y="44805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vnext: 0.824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8503920" y="4718304"/>
            <a:ext cx="2630729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1180369" y="4718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0.822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8503920" y="52120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infra-security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8503920" y="5486400"/>
            <a:ext cx="2937967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1487607" y="54864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vnext: 0.918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8503920" y="5724144"/>
            <a:ext cx="2995574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1545214" y="57241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docs: 0.936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8503920" y="6263640"/>
            <a:ext cx="228600" cy="1371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778240" y="6245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9966960" y="6263640"/>
            <a:ext cx="228600" cy="1371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241280" y="62453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300 eval scenarios  ·  4 servers  ·  3 models  ·  Issue #68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Integration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374904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3749040" cy="1051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960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4128" y="93268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Discussions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65760" y="1965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repository_dispatch → community-discussions-monitor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11480" y="237744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Devvit app dispatches community discussion events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discussion-responder workflow analyzes new comments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actionable GitHub issues for documentation gaps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Responds to Noob Test report threads with fix PRs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/check-discussions slash command for manual checks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06240" y="868680"/>
            <a:ext cx="374904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06240" y="868680"/>
            <a:ext cx="3749040" cy="10515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96012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56048" y="93268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foundry-samples Monitoring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297680" y="1965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repository_dispatch / dependabot-docs-check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4343400" y="237744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foundry-samples repo for new examples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when example code diverges from docs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dependabot-docs-check catches SDK version updates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when Dependabot PRs update azure-ai-projects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issues linking affected documentation pages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38160" y="868680"/>
            <a:ext cx="374904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38160" y="868680"/>
            <a:ext cx="3749040" cy="10515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960120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87968" y="93268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 Community Signals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229600" y="1965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repository_dispatch (reddit-foundry-mention)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8275320" y="237744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Devvit app monitors r/AZURE and r/microsoftfabric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posts mentioning Microsoft Foundry / Azure AI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reddit-community-monitor workflow analyzes sentiment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documentation gaps from user pain points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/check-reddit slash command for manual analysis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Release Monitoring — 4 Repos Tracked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743200" cy="2286000"/>
          </a:xfrm>
          <a:prstGeom prst="rect">
            <a:avLst/>
          </a:prstGeom>
          <a:solidFill>
            <a:srgbClr val="045D6E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27432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azure-ai-projects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828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v2.x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868680"/>
            <a:ext cx="2743200" cy="228600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868680"/>
            <a:ext cx="274320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10058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azure-ai-projects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91840" y="1828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868680"/>
            <a:ext cx="2743200" cy="2286000"/>
          </a:xfrm>
          <a:prstGeom prst="rect">
            <a:avLst/>
          </a:prstGeom>
          <a:solidFill>
            <a:srgbClr val="045D6E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868680"/>
            <a:ext cx="27432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10058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/ C#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179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azure-ai-projects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17920" y="1828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868680"/>
            <a:ext cx="2743200" cy="2286000"/>
          </a:xfrm>
          <a:prstGeom prst="rect">
            <a:avLst/>
          </a:prstGeom>
          <a:solidFill>
            <a:srgbClr val="045D6E"/>
          </a:solidFill>
          <a:ln w="12700">
            <a:solidFill>
              <a:srgbClr val="F4C43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52560" y="868680"/>
            <a:ext cx="2743200" cy="54864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0058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azure-ai-projects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144000" y="1828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v2.0.0-beta.2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0" y="2240280"/>
            <a:ext cx="1828800" cy="256032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62288" y="2240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Breaking Changes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3337560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&amp; Response Pipeline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74320" y="3749040"/>
            <a:ext cx="2148840" cy="256032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51560" y="3822192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1560" y="3822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65760" y="4407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Repos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5760" y="491947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sdk-release-monitor checks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releases every 12h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450592" y="48006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578608" y="3749040"/>
            <a:ext cx="2148840" cy="256032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355848" y="3822192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55848" y="3822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670048" y="4407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Release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670048" y="491947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Compares against last known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stored in cache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754880" y="48006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882896" y="3749040"/>
            <a:ext cx="2148840" cy="256032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660136" y="3822192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0136" y="3822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974336" y="4407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Impact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974336" y="491947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assesses breaking changes,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vs stable, docs affected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59168" y="48006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187184" y="3749040"/>
            <a:ext cx="2148840" cy="256032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964424" y="3822192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64424" y="3822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278624" y="4407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Issue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278624" y="491947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Labels: sdk-update, sdk-release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changelog summary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9363456" y="48006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9491472" y="3749040"/>
            <a:ext cx="2148840" cy="256032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10268712" y="3822192"/>
            <a:ext cx="502920" cy="5029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268712" y="3822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582912" y="4407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Auto-Fix PR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582912" y="4919472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label-ops-docs-fix triggers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sdk-update applied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74320" y="6400800"/>
            <a:ext cx="11612880" cy="0"/>
          </a:xfrm>
          <a:prstGeom prst="rect">
            <a:avLst/>
          </a:prstGeom>
          <a:noFill/>
          <a:ln/>
        </p:spPr>
      </p:sp>
      <p:sp>
        <p:nvSpPr>
          <p:cNvPr id="57" name="Text 55"/>
          <p:cNvSpPr/>
          <p:nvPr/>
        </p:nvSpPr>
        <p:spPr>
          <a:xfrm>
            <a:off x="274320" y="6291072"/>
            <a:ext cx="1161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Issue #53 — "📦 Azure AI Projects SDK v2 Release Detected — Java 2.0.0-beta.2" with breaking changes + docs impact assessment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— Workflow Run #13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54864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33272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978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274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1051560" y="16916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Documentation Pages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51560" y="20574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14 content sections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206240" y="86868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06240" y="868680"/>
            <a:ext cx="54864" cy="1691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33272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83480" y="978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800" dirty="0"/>
          </a:p>
        </p:txBody>
      </p:sp>
      <p:sp>
        <p:nvSpPr>
          <p:cNvPr id="14" name="Text 10"/>
          <p:cNvSpPr/>
          <p:nvPr/>
        </p:nvSpPr>
        <p:spPr>
          <a:xfrm>
            <a:off x="4983480" y="16916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983480" y="20574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quality, updating, slash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8138160" y="86868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38160" y="868680"/>
            <a:ext cx="54864" cy="1691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033272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15400" y="97840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800" dirty="0"/>
          </a:p>
        </p:txBody>
      </p:sp>
      <p:sp>
        <p:nvSpPr>
          <p:cNvPr id="20" name="Text 15"/>
          <p:cNvSpPr/>
          <p:nvPr/>
        </p:nvSpPr>
        <p:spPr>
          <a:xfrm>
            <a:off x="8915400" y="16916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915400" y="20574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/search-test /unbloat +more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274320" y="274320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274320" y="2743200"/>
            <a:ext cx="54864" cy="169164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907792"/>
            <a:ext cx="457200" cy="4572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51560" y="28529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45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800" dirty="0"/>
          </a:p>
        </p:txBody>
      </p:sp>
      <p:sp>
        <p:nvSpPr>
          <p:cNvPr id="26" name="Text 20"/>
          <p:cNvSpPr/>
          <p:nvPr/>
        </p:nvSpPr>
        <p:spPr>
          <a:xfrm>
            <a:off x="1051560" y="3566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Chains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1051560" y="3931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trigger-to-result automated pipelines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06240" y="274320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206240" y="2743200"/>
            <a:ext cx="54864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907792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4983480" y="28529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0.900</a:t>
            </a:r>
            <a:endParaRPr lang="en-US" sz="3800" dirty="0"/>
          </a:p>
        </p:txBody>
      </p:sp>
      <p:sp>
        <p:nvSpPr>
          <p:cNvPr id="32" name="Text 25"/>
          <p:cNvSpPr/>
          <p:nvPr/>
        </p:nvSpPr>
        <p:spPr>
          <a:xfrm>
            <a:off x="4983480" y="3566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Score (docs-vnext)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4983480" y="3931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+0.006 vs docs/ · 300 scenarios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8138160" y="274320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138160" y="2743200"/>
            <a:ext cx="54864" cy="1691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907792"/>
            <a:ext cx="457200" cy="45720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915400" y="285292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3800" dirty="0"/>
          </a:p>
        </p:txBody>
      </p:sp>
      <p:sp>
        <p:nvSpPr>
          <p:cNvPr id="38" name="Text 30"/>
          <p:cNvSpPr/>
          <p:nvPr/>
        </p:nvSpPr>
        <p:spPr>
          <a:xfrm>
            <a:off x="8915400" y="3566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Pull Requests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8915400" y="3931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agentic-generated · 20 human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274320" y="461772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274320" y="4617720"/>
            <a:ext cx="54864" cy="1691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82312"/>
            <a:ext cx="457200" cy="457200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1051560" y="472744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3800" dirty="0"/>
          </a:p>
        </p:txBody>
      </p:sp>
      <p:sp>
        <p:nvSpPr>
          <p:cNvPr id="44" name="Text 35"/>
          <p:cNvSpPr/>
          <p:nvPr/>
        </p:nvSpPr>
        <p:spPr>
          <a:xfrm>
            <a:off x="1051560" y="54406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Detections</a:t>
            </a:r>
            <a:endParaRPr lang="en-US" sz="1100" dirty="0"/>
          </a:p>
        </p:txBody>
      </p:sp>
      <p:sp>
        <p:nvSpPr>
          <p:cNvPr id="45" name="Text 36"/>
          <p:cNvSpPr/>
          <p:nvPr/>
        </p:nvSpPr>
        <p:spPr>
          <a:xfrm>
            <a:off x="1051560" y="58064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 changes caught</a:t>
            </a:r>
            <a:endParaRPr lang="en-US" sz="900" dirty="0"/>
          </a:p>
        </p:txBody>
      </p:sp>
      <p:sp>
        <p:nvSpPr>
          <p:cNvPr id="46" name="Shape 37"/>
          <p:cNvSpPr/>
          <p:nvPr/>
        </p:nvSpPr>
        <p:spPr>
          <a:xfrm>
            <a:off x="4206240" y="461772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4206240" y="4617720"/>
            <a:ext cx="54864" cy="169164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4782312"/>
            <a:ext cx="457200" cy="457200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4983480" y="472744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45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800" dirty="0"/>
          </a:p>
        </p:txBody>
      </p:sp>
      <p:sp>
        <p:nvSpPr>
          <p:cNvPr id="50" name="Text 40"/>
          <p:cNvSpPr/>
          <p:nvPr/>
        </p:nvSpPr>
        <p:spPr>
          <a:xfrm>
            <a:off x="4983480" y="54406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Terms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4983480" y="58064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from zero in one run</a:t>
            </a:r>
            <a:endParaRPr lang="en-US" sz="900" dirty="0"/>
          </a:p>
        </p:txBody>
      </p:sp>
      <p:sp>
        <p:nvSpPr>
          <p:cNvPr id="52" name="Shape 42"/>
          <p:cNvSpPr/>
          <p:nvPr/>
        </p:nvSpPr>
        <p:spPr>
          <a:xfrm>
            <a:off x="8138160" y="4617720"/>
            <a:ext cx="36576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4F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8138160" y="4617720"/>
            <a:ext cx="54864" cy="16916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4782312"/>
            <a:ext cx="457200" cy="457200"/>
          </a:xfrm>
          <a:prstGeom prst="rect">
            <a:avLst/>
          </a:prstGeom>
        </p:spPr>
      </p:pic>
      <p:sp>
        <p:nvSpPr>
          <p:cNvPr id="55" name="Text 44"/>
          <p:cNvSpPr/>
          <p:nvPr/>
        </p:nvSpPr>
        <p:spPr>
          <a:xfrm>
            <a:off x="8915400" y="472744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800" dirty="0"/>
          </a:p>
        </p:txBody>
      </p:sp>
      <p:sp>
        <p:nvSpPr>
          <p:cNvPr id="56" name="Text 45"/>
          <p:cNvSpPr/>
          <p:nvPr/>
        </p:nvSpPr>
        <p:spPr>
          <a:xfrm>
            <a:off x="8915400" y="54406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Repos Tracked</a:t>
            </a:r>
            <a:endParaRPr lang="en-US" sz="1100" dirty="0"/>
          </a:p>
        </p:txBody>
      </p:sp>
      <p:sp>
        <p:nvSpPr>
          <p:cNvPr id="57" name="Text 46"/>
          <p:cNvSpPr/>
          <p:nvPr/>
        </p:nvSpPr>
        <p:spPr>
          <a:xfrm>
            <a:off x="8915400" y="58064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900" dirty="0"/>
          </a:p>
        </p:txBody>
      </p:sp>
      <p:sp>
        <p:nvSpPr>
          <p:cNvPr id="58" name="Shape 47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E0F4F7"/>
          </a:solidFill>
          <a:ln w="12700">
            <a:solidFill>
              <a:srgbClr val="E0F4F7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gathered live from repo  ·  March 2026  ·  Run #13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2F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731520"/>
            <a:ext cx="137160" cy="58064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14400"/>
            <a:ext cx="3657600" cy="5212080"/>
          </a:xfrm>
          <a:prstGeom prst="rect">
            <a:avLst/>
          </a:prstGeom>
          <a:solidFill>
            <a:srgbClr val="045D6E"/>
          </a:solidFill>
          <a:ln w="12700">
            <a:solidFill>
              <a:srgbClr val="02C39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14400"/>
            <a:ext cx="36576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051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34640" y="1078992"/>
            <a:ext cx="1051560" cy="274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0789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weak spot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502920" cy="5029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43000" y="166420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Observability Docs Coverage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233172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harness identified observability-evaluation as a weak category (0.844 docs-vnext, vs 0.853 MS Learn). Priority: expand tracing, evaluation SDK, and monitoring docs. Add code examples for cloud vs local evaluation scenarios and remote eval job submission.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06240" y="914400"/>
            <a:ext cx="3657600" cy="5212080"/>
          </a:xfrm>
          <a:prstGeom prst="rect">
            <a:avLst/>
          </a:prstGeom>
          <a:solidFill>
            <a:srgbClr val="045D6E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206240" y="914400"/>
            <a:ext cx="365760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15968" y="1051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675120" y="1078992"/>
            <a:ext cx="1051560" cy="274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0" y="10789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9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691640"/>
            <a:ext cx="502920" cy="5029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983480" y="166420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Agentic PR Merge Rate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297680" y="233172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4 of 24 merged PRs (17%) are agentic. Goal: improve PR quality so more agent-generated PRs pass review without manual edits. Add PR self-review loop: agent generates PR, auditor validates, submits only if passing. Target: 40% agentic by Q2.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046720" y="914400"/>
            <a:ext cx="3657600" cy="5212080"/>
          </a:xfrm>
          <a:prstGeom prst="rect">
            <a:avLst/>
          </a:prstGeom>
          <a:solidFill>
            <a:srgbClr val="045D6E"/>
          </a:solidFill>
          <a:ln w="12700">
            <a:solidFill>
              <a:srgbClr val="F4C43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046720" y="914400"/>
            <a:ext cx="3657600" cy="54864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156448" y="1051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10515600" y="1078992"/>
            <a:ext cx="1051560" cy="274320"/>
          </a:xfrm>
          <a:prstGeom prst="rect">
            <a:avLst/>
          </a:prstGeom>
          <a:solidFill>
            <a:srgbClr val="F4C430"/>
          </a:solidFill>
          <a:ln w="12700">
            <a:solidFill>
              <a:srgbClr val="F4C43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0515600" y="107899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12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9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691640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823960" y="166420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Eval Scenarios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8138160" y="233172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eval: 300 scenarios across 5 categories. Gaps: guardrails, security, fine-tuning, responsible-ai not yet tested. Add 150 new scenarios for uncovered sections. Validate that agent-created content (glossary, SDK samples) boosts targeted category scores.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documentation: continuously learning, continuously improving.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0" y="6537960"/>
            <a:ext cx="12161520" cy="320040"/>
          </a:xfrm>
          <a:prstGeom prst="rect">
            <a:avLst/>
          </a:prstGeom>
          <a:solidFill>
            <a:srgbClr val="045D6E"/>
          </a:solidFill>
          <a:ln w="12700">
            <a:solidFill>
              <a:srgbClr val="045D6E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365760" y="65562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E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 ·  nicholasdbrady/foundry-docs  ·  Run #13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Foundry-Docs: Agentic Documentation for Microsoft Foundry</dc:title>
  <dc:subject>Stakeholder Overview — Run #13</dc:subject>
  <dc:creator>Foundry-Docs Slide Agent</dc:creator>
  <cp:lastModifiedBy>Foundry-Docs Slide Agent</cp:lastModifiedBy>
  <cp:revision>1</cp:revision>
  <dcterms:created xsi:type="dcterms:W3CDTF">2026-03-09T09:38:33Z</dcterms:created>
  <dcterms:modified xsi:type="dcterms:W3CDTF">2026-03-09T09:38:33Z</dcterms:modified>
</cp:coreProperties>
</file>