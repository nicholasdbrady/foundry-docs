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Glossary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Dev Experience</c:v>
                  </c:pt>
                  <c:pt idx="9">
                    <c:v>Guardrails</c:v>
                  </c:pt>
                  <c:pt idx="10">
                    <c:v>API &amp; SDK</c:v>
                  </c:pt>
                  <c:pt idx="11">
                    <c:v>Security</c:v>
                  </c:pt>
                  <c:pt idx="12">
                    <c:v>Setup</c:v>
                  </c:pt>
                  <c:pt idx="13">
                    <c:v>Observability</c:v>
                  </c:pt>
                  <c:pt idx="14">
                    <c:v>Agents</c:v>
                  </c:pt>
                  <c:pt idx="15">
                    <c:v>Models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5</c:v>
                </c:pt>
                <c:pt idx="5">
                  <c:v>8</c:v>
                </c:pt>
                <c:pt idx="6">
                  <c:v>8</c:v>
                </c:pt>
                <c:pt idx="7">
                  <c:v>9</c:v>
                </c:pt>
                <c:pt idx="8">
                  <c:v>11</c:v>
                </c:pt>
                <c:pt idx="9">
                  <c:v>15</c:v>
                </c:pt>
                <c:pt idx="10">
                  <c:v>17</c:v>
                </c:pt>
                <c:pt idx="11">
                  <c:v>20</c:v>
                </c:pt>
                <c:pt idx="12">
                  <c:v>20</c:v>
                </c:pt>
                <c:pt idx="13">
                  <c:v>24</c:v>
                </c:pt>
                <c:pt idx="14">
                  <c:v>60</c:v>
                </c:pt>
                <c:pt idx="1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docs  ·  29 agentic workflows  ·  5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279 Pages Across 16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47472" y="804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commit to continuous agentic improvement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196596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8DAD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3192" y="12618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93192" y="179222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" y="20299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agentic · 2 human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23744" y="1170432"/>
            <a:ext cx="196596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8DAD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9464" y="12618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2569464" y="179222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Issues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9464" y="20299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by agents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0016" y="1170432"/>
            <a:ext cx="196596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8DAD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12618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745736" y="179222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Pages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45736" y="20299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to docs-vnext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76288" y="1170432"/>
            <a:ext cx="1965960" cy="1298448"/>
          </a:xfrm>
          <a:prstGeom prst="rect">
            <a:avLst/>
          </a:prstGeom>
          <a:solidFill>
            <a:srgbClr val="FFFFFF"/>
          </a:solidFill>
          <a:ln w="10160">
            <a:solidFill>
              <a:srgbClr val="B8DAD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22008" y="12618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273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6922008" y="179222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MDX Files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22008" y="20299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291 in canonical docs/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7472" y="26151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47472" y="3044952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00837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2026-03-01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664208" y="300837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#23  Unbloat: cloud-evaluation.mdx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" y="3438144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40156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2026-03-02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664208" y="34015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#28  Glossary: 35-term reference created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7472" y="3831336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2026-03-10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64208" y="37947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#46  Nav reflow to product-pillar structure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7472" y="4224528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18795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2026-03-12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664208" y="41879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#50  Full 5-language SDK code samples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7472" y="4617720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58114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2026-03-15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664208" y="458114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#95  Post-sync update from upstream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19472" y="2615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 Issues (Closed)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919472" y="29992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Noob-test reports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086600" y="2999232"/>
            <a:ext cx="2560320" cy="25603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86600" y="2999232"/>
            <a:ext cx="256032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738360" y="299923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19472" y="33924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Upstream-sync alerts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086600" y="3392424"/>
            <a:ext cx="2560320" cy="25603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086600" y="3392424"/>
            <a:ext cx="138684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4880" y="339242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19472" y="37856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SDK-update alerts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086600" y="3785616"/>
            <a:ext cx="2560320" cy="25603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86600" y="3785616"/>
            <a:ext cx="85344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31480" y="378561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919472" y="41788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reports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086600" y="4178808"/>
            <a:ext cx="2560320" cy="25603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86600" y="4178808"/>
            <a:ext cx="426720" cy="256032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04760" y="417880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919472" y="45720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automation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086600" y="4572000"/>
            <a:ext cx="2560320" cy="25603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086600" y="4572000"/>
            <a:ext cx="137160" cy="256032"/>
          </a:xfrm>
          <a:prstGeom prst="rect">
            <a:avLst/>
          </a:prstGeom>
          <a:solidFill>
            <a:srgbClr val="B8DADD"/>
          </a:solidFill>
          <a:ln w="12700">
            <a:solidFill>
              <a:srgbClr val="B8DA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84720" y="457200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15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8097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 of docs-vnext merged PRs authored by github-actions[bot] · humans reviewed and merged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932688"/>
            <a:ext cx="416052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509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A — Upstream Docs Sync  (Issue #178 · 2026-04-04)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444752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1353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Monitor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16093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MicrosoftDocs/azure-ai-docs commit 816f278c — trace-agent-client-side.md +550 lines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1938528"/>
            <a:ext cx="0" cy="146304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20040" y="2084832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249424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26771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21579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#178 Created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24140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upstream-sync label · sync-and-convert dispatched automatically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2743200"/>
            <a:ext cx="0" cy="146304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20040" y="2889504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054096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723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sync-and-convert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" y="3218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Downloads, converts to MDX, PRs docs/ and docs-vnext/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3547872"/>
            <a:ext cx="0" cy="146304"/>
          </a:xfrm>
          <a:prstGeom prst="line">
            <a:avLst/>
          </a:prstGeom>
          <a:noFill/>
          <a:ln w="19050">
            <a:solidFill>
              <a:srgbClr val="00A89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20040" y="3694176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3858768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87705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" y="37673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post-sync-updater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" y="4023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delta · creates or noops docs-vnext PR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932688"/>
            <a:ext cx="4160520" cy="27432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9509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B — SDK Release Monitor  (Issue #53 · 2026-03-05)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1280160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14A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1444752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14630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48072" y="1353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48072" y="16093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azure-sdk-for-java: 2.0.0-beta.1 → 2.0.0-beta.2 detected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910328" y="1938528"/>
            <a:ext cx="0" cy="146304"/>
          </a:xfrm>
          <a:prstGeom prst="line">
            <a:avLst/>
          </a:prstGeom>
          <a:noFill/>
          <a:ln w="19050">
            <a:solidFill>
              <a:srgbClr val="02C39A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663440" y="2084832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14A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2249424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226771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48072" y="21579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Breaking Changes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072" y="24140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Index→AIProjectIndex rename · DayOfWeek std type · FoundryFeaturesOptInKeys removed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910328" y="2743200"/>
            <a:ext cx="0" cy="146304"/>
          </a:xfrm>
          <a:prstGeom prst="line">
            <a:avLst/>
          </a:prstGeom>
          <a:noFill/>
          <a:ln w="19050">
            <a:solidFill>
              <a:srgbClr val="02C39A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663440" y="2889504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14A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54880" y="3054096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30723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48072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Assessment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148072" y="3218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docs-vnext sections flagged: api-sdk/, agents/development/, observability/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910328" y="3547872"/>
            <a:ext cx="0" cy="146304"/>
          </a:xfrm>
          <a:prstGeom prst="line">
            <a:avLst/>
          </a:prstGeom>
          <a:noFill/>
          <a:ln w="19050">
            <a:solidFill>
              <a:srgbClr val="02C39A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663440" y="3694176"/>
            <a:ext cx="4160520" cy="658368"/>
          </a:xfrm>
          <a:prstGeom prst="rect">
            <a:avLst/>
          </a:prstGeom>
          <a:solidFill>
            <a:srgbClr val="022C33"/>
          </a:solidFill>
          <a:ln w="6350">
            <a:solidFill>
              <a:srgbClr val="014A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54880" y="3858768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0" y="387705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48072" y="37673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#53 Created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48072" y="4023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sdk-update label · recommended actions with specific file targets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run fully autonomously · Human review gates merge · Average chain: 4 steps from trigger to PR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F2FAFA"/>
          </a:solidFill>
          <a:ln w="12700">
            <a:solidFill>
              <a:srgbClr val="F2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9875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47472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examples of agentic docs improvement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14800" cy="3767328"/>
          </a:xfrm>
          <a:prstGeom prst="rect">
            <a:avLst/>
          </a:prstGeom>
          <a:solidFill>
            <a:srgbClr val="F2FAFA"/>
          </a:solidFill>
          <a:ln w="10160">
            <a:solidFill>
              <a:srgbClr val="B8DAD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114800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972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#28 · Glossary Created from Zero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4630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glossary-maintainer (2026-03-02)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7556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terms</a:t>
            </a:r>
            <a:pPr indent="0" marL="0">
              <a:buNone/>
            </a:pPr>
            <a:r>
              <a:rPr lang="en-US" sz="11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across 16 alphabetical sections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103120"/>
            <a:ext cx="91440" cy="3291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12140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Foundry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228600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Agent, Foundry resource, Capability Host, Guardrails…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06040"/>
            <a:ext cx="91440" cy="3291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62432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Ecosystem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94360" y="278892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MCP, MCP Gateway, FastMCP, docs-vnext, MDX…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3108960"/>
            <a:ext cx="91440" cy="3291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2724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Retrieval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329184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Hybrid Search, Vector Store, Semantic Reranking…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1480" y="3611880"/>
            <a:ext cx="91440" cy="3291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63016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37947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Interpreter, File Search, Function Calling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114800"/>
            <a:ext cx="91440" cy="32918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133088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429768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Evaluator, Hit@K, MRR, A/B/C/D eval harness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09160" y="1078992"/>
            <a:ext cx="4114800" cy="3767328"/>
          </a:xfrm>
          <a:prstGeom prst="rect">
            <a:avLst/>
          </a:prstGeom>
          <a:solidFill>
            <a:srgbClr val="F2FAFA"/>
          </a:solidFill>
          <a:ln w="10160">
            <a:solidFill>
              <a:srgbClr val="B8DAD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1078992"/>
            <a:ext cx="4114800" cy="2926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10972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#23 · Unbloat: cloud-evaluation.mdx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0600" y="14630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unbloat-docs (2026-03-01)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792224"/>
          <a:ext cx="3931920" cy="987552"/>
        </p:xfrm>
        <a:graphic>
          <a:graphicData uri="http://schemas.openxmlformats.org/drawingml/2006/table">
            <a:tbl>
              <a:tblPr/>
              <a:tblGrid>
                <a:gridCol w="1280160"/>
                <a:gridCol w="749808"/>
                <a:gridCol w="749808"/>
                <a:gridCol w="1152144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5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  (3%)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5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−232 (7%)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Bullet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5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(34.5%)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4800600" y="28712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Bloat types removed: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800600" y="31272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paragraphs (same info twice)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800600" y="345643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identical 'Before you begin' Tip boxes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4800600" y="378561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tips adding no value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800600" y="411480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sentences repeating prior content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4800600" y="444398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0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bullets → concise prose/tables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2 frontier models · 2026-04-05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(Treatment)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(0.907) vs docs/ (0.921), δ=−0.014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(0.911), δ=−0.004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(0.921), δ=−0.014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ranks vnext 2nd; gpt-codex ranks vnext 3rd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687239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0.987 —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05448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 —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233696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102047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 ▲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192755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infra-security (0.947) and observability (0.840) — opportunity: improve getting-started coverage (0.843 vs 0.930)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5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572768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572768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115568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034540" y="1554480"/>
            <a:ext cx="1572768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034540" y="1554480"/>
            <a:ext cx="1572768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740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034540" y="25146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JS/TS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125980" y="2980944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107692" y="3346704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263140" y="3931920"/>
            <a:ext cx="1115568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263140" y="39776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3749040" y="1554480"/>
            <a:ext cx="1572768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749040" y="1554480"/>
            <a:ext cx="1572768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749040" y="25146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3840480" y="2980944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3822192" y="3346704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3977640" y="3931920"/>
            <a:ext cx="1115568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977640" y="39776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463540" y="1554480"/>
            <a:ext cx="1572768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463540" y="1554480"/>
            <a:ext cx="1572768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63540" y="25146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5554980" y="2980944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5536692" y="3346704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5692140" y="3931920"/>
            <a:ext cx="1115568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5692140" y="39776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7178040" y="1554480"/>
            <a:ext cx="1572768" cy="2926080"/>
          </a:xfrm>
          <a:prstGeom prst="rect">
            <a:avLst/>
          </a:prstGeom>
          <a:solidFill>
            <a:srgbClr val="036B79"/>
          </a:solidFill>
          <a:ln w="12700">
            <a:solidFill>
              <a:srgbClr val="036B7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178040" y="1554480"/>
            <a:ext cx="1572768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755648"/>
            <a:ext cx="658368" cy="65836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7178040" y="25146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 API</a:t>
            </a:r>
            <a:endParaRPr lang="en-US" sz="1800" dirty="0"/>
          </a:p>
        </p:txBody>
      </p:sp>
      <p:sp>
        <p:nvSpPr>
          <p:cNvPr id="41" name="Text 34"/>
          <p:cNvSpPr/>
          <p:nvPr/>
        </p:nvSpPr>
        <p:spPr>
          <a:xfrm>
            <a:off x="7269480" y="2980944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Azure/azure-rest-api-specs</a:t>
            </a:r>
            <a:endParaRPr lang="en-US" sz="900" dirty="0"/>
          </a:p>
        </p:txBody>
      </p:sp>
      <p:sp>
        <p:nvSpPr>
          <p:cNvPr id="42" name="Text 35"/>
          <p:cNvSpPr/>
          <p:nvPr/>
        </p:nvSpPr>
        <p:spPr>
          <a:xfrm>
            <a:off x="7251192" y="3346704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specification/ai/data-plane/AzureAIProjects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7406640" y="3931920"/>
            <a:ext cx="1115568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7406640" y="397764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2026-04-06T09:50:38Z</dcterms:created>
  <dcterms:modified xsi:type="dcterms:W3CDTF">2026-04-06T09:50:38Z</dcterms:modified>
</cp:coreProperties>
</file>