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 + Glossary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279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1783080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1430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20040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 PRs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98424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0" y="1051560"/>
            <a:ext cx="1783080" cy="1188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86000" y="11430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286000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98424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github-actions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051560"/>
            <a:ext cx="1783080" cy="11887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51960" y="11430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251960" y="17190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PRs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51960" y="198424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nicholasdbrady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" y="2377440"/>
            <a:ext cx="1783080" cy="1188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2468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3200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Detections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3310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0" y="2377440"/>
            <a:ext cx="1783080" cy="1188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286000" y="2468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228600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3310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51960" y="2377440"/>
            <a:ext cx="1783080" cy="11887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51960" y="24688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425196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Files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51960" y="331012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agent-created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1005840"/>
            <a:ext cx="0" cy="3886200"/>
          </a:xfrm>
          <a:prstGeom prst="line">
            <a:avLst/>
          </a:prstGeom>
          <a:noFill/>
          <a:ln w="19050">
            <a:solidFill>
              <a:srgbClr val="028090"/>
            </a:solidFill>
            <a:prstDash val="sysDash"/>
          </a:ln>
        </p:spPr>
      </p:sp>
      <p:sp>
        <p:nvSpPr>
          <p:cNvPr id="29" name="Text 27"/>
          <p:cNvSpPr/>
          <p:nvPr/>
        </p:nvSpPr>
        <p:spPr>
          <a:xfrm>
            <a:off x="5760720" y="107899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28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26480" y="1088136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102412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agentic PR — unbloat cloud-evaluation.mdx (PR #23)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760720" y="1700784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26480" y="1709928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6459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Glossary: 35-term glossary built from zero by agent (PR #28)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60720" y="232257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06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126480" y="2331720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226771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v2.0.0 GA detected — Python &amp; JS/TS coordinated launch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60720" y="29443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07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26480" y="2953512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0" y="288950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launched — 4-server x 3-model comparison matrix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60720" y="3566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09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26480" y="3575304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351129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sync chain live — Monitor &gt; Dispatch &gt; Convert &gt; PR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60720" y="4187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12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126480" y="4197096"/>
            <a:ext cx="109728" cy="1097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413308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v2.0.1 patch — memory store bug fix detected (Issue #99)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PRs merged · 7 by agents (47%) · 14 upstream sync detections · 14 net-new agent-authored files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918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96926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1 — Upstream Sync (Issue #91 -&gt; PR #95)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335024"/>
            <a:ext cx="1600200" cy="1554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4721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8836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" y="2176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upstream-docs-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74320" y="252374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3 commits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azure-ai-docs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11096" y="2112264"/>
            <a:ext cx="109728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57400" y="1335024"/>
            <a:ext cx="1600200" cy="15544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764" y="147218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18836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#91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057400" y="2176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virtual-networks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configure-link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2057400" y="252374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+208/-75 lines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3694176" y="2112264"/>
            <a:ext cx="109728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40480" y="1335024"/>
            <a:ext cx="1600200" cy="1554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6844" y="1472184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840480" y="18836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3840480" y="2176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sync-and-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convert.yml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3840480" y="252374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auto-triggered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477256" y="2112264"/>
            <a:ext cx="109728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623560" y="1335024"/>
            <a:ext cx="1600200" cy="15544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9924" y="147218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623560" y="18836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5623560" y="2176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extract_manifest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 MDX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5623560" y="252374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MD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Mintlify MDX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260336" y="2112264"/>
            <a:ext cx="109728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406640" y="1335024"/>
            <a:ext cx="1600200" cy="15544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004" y="1472184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406640" y="188366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#95</a:t>
            </a:r>
            <a:endParaRPr lang="en-US" sz="1150" dirty="0"/>
          </a:p>
        </p:txBody>
      </p:sp>
      <p:sp>
        <p:nvSpPr>
          <p:cNvPr id="32" name="Text 25"/>
          <p:cNvSpPr/>
          <p:nvPr/>
        </p:nvSpPr>
        <p:spPr>
          <a:xfrm>
            <a:off x="7406640" y="21762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docs-vnext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branch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7406640" y="2523744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github-actions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by owner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0" y="2999232"/>
            <a:ext cx="9144000" cy="27432"/>
          </a:xfrm>
          <a:prstGeom prst="rect">
            <a:avLst/>
          </a:prstGeom>
          <a:solidFill>
            <a:srgbClr val="028090">
              <a:alpha val="50000"/>
            </a:srgbClr>
          </a:solidFill>
          <a:ln w="12700">
            <a:solidFill>
              <a:srgbClr val="028090">
                <a:alpha val="50000"/>
              </a:srgbClr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365760" y="307238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2 — SDK Release Detection (Issue #53: Java 2.0.0-beta.2)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320040" y="3401568"/>
            <a:ext cx="2011680" cy="9875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320040" y="3474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Monitor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32004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4 azure-ai-projects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repos via GitHub API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2368296" y="3895344"/>
            <a:ext cx="228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633472" y="3401568"/>
            <a:ext cx="2011680" cy="987552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2633472" y="3474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2.0.0-beta.2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2633472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 tag detected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assessed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4681728" y="3895344"/>
            <a:ext cx="228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946904" y="3401568"/>
            <a:ext cx="2011680" cy="9875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4946904" y="3474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#53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4946904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report: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deprecated AgentClient API</a:t>
            </a:r>
            <a:endParaRPr lang="en-US" sz="900" dirty="0"/>
          </a:p>
        </p:txBody>
      </p:sp>
      <p:sp>
        <p:nvSpPr>
          <p:cNvPr id="47" name="Shape 40"/>
          <p:cNvSpPr/>
          <p:nvPr/>
        </p:nvSpPr>
        <p:spPr>
          <a:xfrm>
            <a:off x="6995160" y="3895344"/>
            <a:ext cx="2286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7260336" y="3401568"/>
            <a:ext cx="2011680" cy="9875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9" name="Text 42"/>
          <p:cNvSpPr/>
          <p:nvPr/>
        </p:nvSpPr>
        <p:spPr>
          <a:xfrm>
            <a:off x="7260336" y="3474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 Update</a:t>
            </a:r>
            <a:endParaRPr lang="en-US" sz="1100" dirty="0"/>
          </a:p>
        </p:txBody>
      </p:sp>
      <p:sp>
        <p:nvSpPr>
          <p:cNvPr id="50" name="Text 43"/>
          <p:cNvSpPr/>
          <p:nvPr/>
        </p:nvSpPr>
        <p:spPr>
          <a:xfrm>
            <a:off x="7260336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manual review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auto-updater dispatch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chains run fully autonomously — humans only review and merge the resulting PRs or issues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023360" cy="3840480"/>
          </a:xfrm>
          <a:prstGeom prst="rect">
            <a:avLst/>
          </a:prstGeom>
          <a:solidFill>
            <a:srgbClr val="F2FAFA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40233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#28  |  Merged Mar 2, 2026  |  github-actions[bot]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1508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Creation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51560" y="18745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docs-vnext/glossary.mdx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1945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 scanned all commits from the past week and built a comprehensive 35-term glossary from zero — covering Foundry concepts, MCP ecosystem, search &amp; retrieval, agent tools, and evaluation metrics.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30358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-&gt; AFTER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3310128"/>
            <a:ext cx="3657600" cy="292608"/>
          </a:xfrm>
          <a:prstGeom prst="rect">
            <a:avLst/>
          </a:prstGeom>
          <a:solidFill>
            <a:srgbClr val="EAF6F7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28800" y="33649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560320" y="33649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8087"/>
                </a:solidFill>
              </a:rPr>
              <a:t>-&gt;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834640" y="33649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3657600"/>
            <a:ext cx="3657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7124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828800" y="37124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560320" y="371246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8087"/>
                </a:solidFill>
              </a:rPr>
              <a:t>-&gt;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2834640" y="37124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005072"/>
            <a:ext cx="3657600" cy="292608"/>
          </a:xfrm>
          <a:prstGeom prst="rect">
            <a:avLst/>
          </a:prstGeom>
          <a:solidFill>
            <a:srgbClr val="EAF6F7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4360" y="40599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828800" y="40599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560320" y="405993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8087"/>
                </a:solidFill>
              </a:rPr>
              <a:t>-&gt;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834640" y="40599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02920" y="4352544"/>
            <a:ext cx="3657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AF6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4360" y="44074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entry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828800" y="440740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2560320" y="4407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8087"/>
                </a:solidFill>
              </a:rPr>
              <a:t>-&gt;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834640" y="4407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00600" y="1051560"/>
            <a:ext cx="4023360" cy="3840480"/>
          </a:xfrm>
          <a:prstGeom prst="rect">
            <a:avLst/>
          </a:prstGeom>
          <a:solidFill>
            <a:srgbClr val="F2FAFA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800600" y="1051560"/>
            <a:ext cx="4023360" cy="38404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9204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#23  |  Merged Mar 2, 2026  |  github-actions[bot]</a:t>
            </a:r>
            <a:endParaRPr lang="en-US" sz="90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0876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532120" y="1508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Unbloat: Cloud Evaluation</a:t>
            </a:r>
            <a:endParaRPr lang="en-US" sz="1600" dirty="0"/>
          </a:p>
        </p:txBody>
      </p:sp>
      <p:sp>
        <p:nvSpPr>
          <p:cNvPr id="37" name="Text 33"/>
          <p:cNvSpPr/>
          <p:nvPr/>
        </p:nvSpPr>
        <p:spPr>
          <a:xfrm>
            <a:off x="498348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observability/cloud-evaluation.mdx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4983480" y="2194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Bloat removed: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4983480" y="2551176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5166360" y="248716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 (evaluator support stated twice)</a:t>
            </a:r>
            <a:endParaRPr lang="en-US" sz="950" dirty="0"/>
          </a:p>
        </p:txBody>
      </p:sp>
      <p:sp>
        <p:nvSpPr>
          <p:cNvPr id="41" name="Shape 37"/>
          <p:cNvSpPr/>
          <p:nvPr/>
        </p:nvSpPr>
        <p:spPr>
          <a:xfrm>
            <a:off x="4983480" y="2834640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5166360" y="27706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 identical 'Before you begin' tip boxes removed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4983480" y="3118104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166360" y="30540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sentence in 'Collect response IDs'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4983480" y="3401568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166360" y="33375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bullet lists -&gt; prose (5 bullets each)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4983480" y="3685032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5166360" y="362102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5-bullet schema description -&gt; reference table</a:t>
            </a:r>
            <a:endParaRPr lang="en-US" sz="950" dirty="0"/>
          </a:p>
        </p:txBody>
      </p:sp>
      <p:sp>
        <p:nvSpPr>
          <p:cNvPr id="49" name="Text 45"/>
          <p:cNvSpPr/>
          <p:nvPr/>
        </p:nvSpPr>
        <p:spPr>
          <a:xfrm>
            <a:off x="4983480" y="39502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-&gt; AFTER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4983480" y="42245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913 -&gt; 884</a:t>
            </a:r>
            <a:endParaRPr lang="en-US" sz="950" dirty="0"/>
          </a:p>
        </p:txBody>
      </p:sp>
      <p:sp>
        <p:nvSpPr>
          <p:cNvPr id="51" name="Text 47"/>
          <p:cNvSpPr/>
          <p:nvPr/>
        </p:nvSpPr>
        <p:spPr>
          <a:xfrm>
            <a:off x="7772400" y="42245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 (3%)</a:t>
            </a:r>
            <a:endParaRPr lang="en-US" sz="950" dirty="0"/>
          </a:p>
        </p:txBody>
      </p:sp>
      <p:sp>
        <p:nvSpPr>
          <p:cNvPr id="52" name="Text 48"/>
          <p:cNvSpPr/>
          <p:nvPr/>
        </p:nvSpPr>
        <p:spPr>
          <a:xfrm>
            <a:off x="4983480" y="4453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3,412 -&gt; 3,180</a:t>
            </a:r>
            <a:endParaRPr lang="en-US" sz="950" dirty="0"/>
          </a:p>
        </p:txBody>
      </p:sp>
      <p:sp>
        <p:nvSpPr>
          <p:cNvPr id="53" name="Text 49"/>
          <p:cNvSpPr/>
          <p:nvPr/>
        </p:nvSpPr>
        <p:spPr>
          <a:xfrm>
            <a:off x="777240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-232 (7%)</a:t>
            </a:r>
            <a:endParaRPr lang="en-US" sz="950" dirty="0"/>
          </a:p>
        </p:txBody>
      </p:sp>
      <p:sp>
        <p:nvSpPr>
          <p:cNvPr id="54" name="Text 50"/>
          <p:cNvSpPr/>
          <p:nvPr/>
        </p:nvSpPr>
        <p:spPr>
          <a:xfrm>
            <a:off x="4983480" y="4681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Bullets: 29 -&gt; 19</a:t>
            </a:r>
            <a:endParaRPr lang="en-US" sz="950" dirty="0"/>
          </a:p>
        </p:txBody>
      </p:sp>
      <p:sp>
        <p:nvSpPr>
          <p:cNvPr id="55" name="Text 51"/>
          <p:cNvSpPr/>
          <p:nvPr/>
        </p:nvSpPr>
        <p:spPr>
          <a:xfrm>
            <a:off x="7772400" y="46817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-34.5%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prev. run 2026-03-05 (latest run: data collection pending)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2026-03-16T09:46:01Z</dcterms:created>
  <dcterms:modified xsi:type="dcterms:W3CDTF">2026-03-16T09:46:01Z</dcterms:modified>
</cp:coreProperties>
</file>