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Reference</c:v>
                  </c:pt>
                  <c:pt idx="1">
                    <c:v>Overview</c:v>
                  </c:pt>
                  <c:pt idx="2">
                    <c:v>Get Started</c:v>
                  </c:pt>
                  <c:pt idx="3">
                    <c:v>Best Practices</c:v>
                  </c:pt>
                  <c:pt idx="4">
                    <c:v>Operate</c:v>
                  </c:pt>
                  <c:pt idx="5">
                    <c:v>Responsible AI</c:v>
                  </c:pt>
                  <c:pt idx="6">
                    <c:v>Manage</c:v>
                  </c:pt>
                  <c:pt idx="7">
                    <c:v>Dev Experience</c:v>
                  </c:pt>
                  <c:pt idx="8">
                    <c:v>Guardrails</c:v>
                  </c:pt>
                  <c:pt idx="9">
                    <c:v>API &amp; SDK</c:v>
                  </c:pt>
                  <c:pt idx="10">
                    <c:v>Security</c:v>
                  </c:pt>
                  <c:pt idx="11">
                    <c:v>Setup</c:v>
                  </c:pt>
                  <c:pt idx="12">
                    <c:v>Observability</c:v>
                  </c:pt>
                  <c:pt idx="13">
                    <c:v>Agents</c:v>
                  </c:pt>
                  <c:pt idx="14">
                    <c:v>Models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8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15</c:v>
                </c:pt>
                <c:pt idx="9">
                  <c:v>17</c:v>
                </c:pt>
                <c:pt idx="10">
                  <c:v>20</c:v>
                </c:pt>
                <c:pt idx="11">
                  <c:v>20</c:v>
                </c:pt>
                <c:pt idx="12">
                  <c:v>24</c:v>
                </c:pt>
                <c:pt idx="13">
                  <c:v>60</c:v>
                </c:pt>
                <c:pt idx="14">
                  <c:v>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docs  ·  23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280 Pages Across 15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model catalog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changelog,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reviewer, merge verify,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audit-file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auto-triage issues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evaluations · 4 servers · 3 frontier models · 2026-03-05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1645920"/>
                <a:gridCol w="886968"/>
                <a:gridCol w="886968"/>
                <a:gridCol w="886968"/>
                <a:gridCol w="859536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claude-opus-4.6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gemini-3-pro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gpt-5.3-codex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 (baseline)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4564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(0.906) vs docs/ (0.904), δ=+0.002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8496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(0.908), δ=−0.002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2428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(0.908), δ=−0.002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MIXED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63600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vary: gpt-5.3 ranks docs-vnext 2nd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2505822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0.971 ▲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553383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0.887 ▲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006925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0.927 ▲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58960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 —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23369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agent-development (0.971) and getting-started (0.887) — areas benefiting most from Mintlify MDX enhancements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2026-04-13T09:53:44Z</dcterms:created>
  <dcterms:modified xsi:type="dcterms:W3CDTF">2026-04-13T09:53:44Z</dcterms:modified>
</cp:coreProperties>
</file>