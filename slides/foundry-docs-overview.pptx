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What is Foundry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API &amp; SDK</c:v>
                  </c:pt>
                  <c:pt idx="9">
                    <c:v>Guardrails</c:v>
                  </c:pt>
                  <c:pt idx="10">
                    <c:v>Developer Exp.</c:v>
                  </c:pt>
                  <c:pt idx="11">
                    <c:v>Setup</c:v>
                  </c:pt>
                  <c:pt idx="12">
                    <c:v>Security</c:v>
                  </c:pt>
                  <c:pt idx="13">
                    <c:v>Observability</c:v>
                  </c:pt>
                  <c:pt idx="14">
                    <c:v>Models</c:v>
                  </c:pt>
                  <c:pt idx="15">
                    <c:v>Agents</c:v>
                  </c:pt>
                  <c:pt idx="16">
                    <c:v>Agent Service</c:v>
                  </c:pt>
                  <c:pt idx="17">
                    <c:v>Foundry Models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7</c:v>
                </c:pt>
                <c:pt idx="4">
                  <c:v>7</c:v>
                </c:pt>
                <c:pt idx="5">
                  <c:v>8</c:v>
                </c:pt>
                <c:pt idx="6">
                  <c:v>10</c:v>
                </c:pt>
                <c:pt idx="7">
                  <c:v>10</c:v>
                </c:pt>
                <c:pt idx="8">
                  <c:v>17</c:v>
                </c:pt>
                <c:pt idx="9">
                  <c:v>19</c:v>
                </c:pt>
                <c:pt idx="10">
                  <c:v>21</c:v>
                </c:pt>
                <c:pt idx="11">
                  <c:v>22</c:v>
                </c:pt>
                <c:pt idx="12">
                  <c:v>24</c:v>
                </c:pt>
                <c:pt idx="13">
                  <c:v>31</c:v>
                </c:pt>
                <c:pt idx="14">
                  <c:v>75</c:v>
                </c:pt>
                <c:pt idx="15">
                  <c:v>63</c:v>
                </c:pt>
                <c:pt idx="16">
                  <c:v>95</c:v>
                </c:pt>
                <c:pt idx="17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docs  ·  23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526 Pages Across 18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evaluations · 4 servers · 1 frontier model · 2026-07-28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92024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21868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602736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648456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64845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657600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(0.863) vs docs/ (0.855), δ=+0.008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99592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404164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404164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405079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(0.843), δ=+0.020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38912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43484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4348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44398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(0.873), δ=−0.010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78231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82803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828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SUPPORTED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83717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consistent (single-model run)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82771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0.823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213226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233696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19275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192755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getting-started (0.857) and infra-security (0.947) — observability remains the improvement opportunity (0.767)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2026-08-03T10:30:30Z</dcterms:created>
  <dcterms:modified xsi:type="dcterms:W3CDTF">2026-08-03T10:30:30Z</dcterms:modified>
</cp:coreProperties>
</file>